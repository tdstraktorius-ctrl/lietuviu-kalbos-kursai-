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7" r:id="rId1"/>
  </p:sldMasterIdLst>
  <p:sldIdLst>
    <p:sldId id="256" r:id="rId2"/>
    <p:sldId id="257" r:id="rId3"/>
    <p:sldId id="258" r:id="rId4"/>
    <p:sldId id="259" r:id="rId5"/>
    <p:sldId id="260" r:id="rId6"/>
    <p:sldId id="262" r:id="rId7"/>
    <p:sldId id="263" r:id="rId8"/>
    <p:sldId id="264" r:id="rId9"/>
    <p:sldId id="265" r:id="rId10"/>
    <p:sldId id="268" r:id="rId11"/>
    <p:sldId id="271" r:id="rId12"/>
    <p:sldId id="272" r:id="rId13"/>
    <p:sldId id="278" r:id="rId14"/>
    <p:sldId id="261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018" autoAdjust="0"/>
    <p:restoredTop sz="94660"/>
  </p:normalViewPr>
  <p:slideViewPr>
    <p:cSldViewPr snapToGrid="0">
      <p:cViewPr varScale="1">
        <p:scale>
          <a:sx n="94" d="100"/>
          <a:sy n="94" d="100"/>
        </p:scale>
        <p:origin x="102" y="45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4_2">
  <dgm:title val=""/>
  <dgm:desc val=""/>
  <dgm:catLst>
    <dgm:cat type="accent4" pri="112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4"/>
    </dgm:fillClrLst>
    <dgm:linClrLst meth="repeat">
      <a:schemeClr val="accent4"/>
    </dgm:linClrLst>
    <dgm:effectClrLst/>
    <dgm:txLinClrLst/>
    <dgm:txFillClrLst/>
    <dgm:txEffectClrLst/>
  </dgm:styleLbl>
  <dgm:styleLbl name="lnNode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8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19FE9BC5-BC3F-41F2-BB6C-0ABA2682CF20}" type="doc">
      <dgm:prSet loTypeId="urn:microsoft.com/office/officeart/2008/layout/LinedList" loCatId="list" qsTypeId="urn:microsoft.com/office/officeart/2005/8/quickstyle/simple4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E5FD40AF-8370-46A1-AE44-A81000EDE047}">
      <dgm:prSet/>
      <dgm:spPr/>
      <dgm:t>
        <a:bodyPr/>
        <a:lstStyle/>
        <a:p>
          <a:r>
            <a:rPr lang="lt-LT"/>
            <a:t>Kai tema aiški, reikia numatyti kalbos intencija (lot. Intentio – ketinimas, veiklos motyvas,  sumanymas). Ko siekiu: </a:t>
          </a:r>
          <a:endParaRPr lang="en-US"/>
        </a:p>
      </dgm:t>
    </dgm:pt>
    <dgm:pt modelId="{4D4DE96D-4F5C-4EC5-9AE7-3C28E72159D9}" type="parTrans" cxnId="{42365A10-F0D3-455D-BE62-7F891DBAF8AC}">
      <dgm:prSet/>
      <dgm:spPr/>
      <dgm:t>
        <a:bodyPr/>
        <a:lstStyle/>
        <a:p>
          <a:endParaRPr lang="en-US"/>
        </a:p>
      </dgm:t>
    </dgm:pt>
    <dgm:pt modelId="{1FFC3324-FF69-4F09-A17F-CCD32AFAD8E1}" type="sibTrans" cxnId="{42365A10-F0D3-455D-BE62-7F891DBAF8AC}">
      <dgm:prSet/>
      <dgm:spPr/>
      <dgm:t>
        <a:bodyPr/>
        <a:lstStyle/>
        <a:p>
          <a:endParaRPr lang="en-US"/>
        </a:p>
      </dgm:t>
    </dgm:pt>
    <dgm:pt modelId="{190CC8BC-67E8-4195-81CD-4BE624AF11C3}">
      <dgm:prSet/>
      <dgm:spPr/>
      <dgm:t>
        <a:bodyPr/>
        <a:lstStyle/>
        <a:p>
          <a:r>
            <a:rPr lang="lt-LT"/>
            <a:t>Informuoti</a:t>
          </a:r>
          <a:endParaRPr lang="en-US"/>
        </a:p>
      </dgm:t>
    </dgm:pt>
    <dgm:pt modelId="{E2893BF5-3D31-4DE1-94CB-FF411E7A4FF6}" type="parTrans" cxnId="{CCAE8516-E14B-41CB-852F-E3865A732054}">
      <dgm:prSet/>
      <dgm:spPr/>
      <dgm:t>
        <a:bodyPr/>
        <a:lstStyle/>
        <a:p>
          <a:endParaRPr lang="en-US"/>
        </a:p>
      </dgm:t>
    </dgm:pt>
    <dgm:pt modelId="{9F3B8D7A-E1C1-4A18-9735-136E0ED09250}" type="sibTrans" cxnId="{CCAE8516-E14B-41CB-852F-E3865A732054}">
      <dgm:prSet/>
      <dgm:spPr/>
      <dgm:t>
        <a:bodyPr/>
        <a:lstStyle/>
        <a:p>
          <a:endParaRPr lang="en-US"/>
        </a:p>
      </dgm:t>
    </dgm:pt>
    <dgm:pt modelId="{F620BD29-B3CE-4756-966B-8A6208F0AE95}">
      <dgm:prSet/>
      <dgm:spPr/>
      <dgm:t>
        <a:bodyPr/>
        <a:lstStyle/>
        <a:p>
          <a:r>
            <a:rPr lang="lt-LT"/>
            <a:t>Įtikinti</a:t>
          </a:r>
          <a:endParaRPr lang="en-US"/>
        </a:p>
      </dgm:t>
    </dgm:pt>
    <dgm:pt modelId="{9A8D8198-5505-481C-A78F-2EB08DD5A0C2}" type="parTrans" cxnId="{61D56C05-ED79-4482-9549-1D6CAA49BBC9}">
      <dgm:prSet/>
      <dgm:spPr/>
      <dgm:t>
        <a:bodyPr/>
        <a:lstStyle/>
        <a:p>
          <a:endParaRPr lang="en-US"/>
        </a:p>
      </dgm:t>
    </dgm:pt>
    <dgm:pt modelId="{887EA13D-9100-4DFD-A114-E426294E9957}" type="sibTrans" cxnId="{61D56C05-ED79-4482-9549-1D6CAA49BBC9}">
      <dgm:prSet/>
      <dgm:spPr/>
      <dgm:t>
        <a:bodyPr/>
        <a:lstStyle/>
        <a:p>
          <a:endParaRPr lang="en-US"/>
        </a:p>
      </dgm:t>
    </dgm:pt>
    <dgm:pt modelId="{14152676-0856-4772-A222-5ED6B036E5D1}">
      <dgm:prSet/>
      <dgm:spPr/>
      <dgm:t>
        <a:bodyPr/>
        <a:lstStyle/>
        <a:p>
          <a:r>
            <a:rPr lang="lt-LT"/>
            <a:t>Paskatinti veikti</a:t>
          </a:r>
          <a:endParaRPr lang="en-US"/>
        </a:p>
      </dgm:t>
    </dgm:pt>
    <dgm:pt modelId="{09E6972F-3F04-4FEB-B8C0-050DE2A18821}" type="parTrans" cxnId="{1EA9DBA7-6518-40CC-8003-09EED9BF0B08}">
      <dgm:prSet/>
      <dgm:spPr/>
      <dgm:t>
        <a:bodyPr/>
        <a:lstStyle/>
        <a:p>
          <a:endParaRPr lang="en-US"/>
        </a:p>
      </dgm:t>
    </dgm:pt>
    <dgm:pt modelId="{EB4B158C-F977-4329-B842-97F58E992A74}" type="sibTrans" cxnId="{1EA9DBA7-6518-40CC-8003-09EED9BF0B08}">
      <dgm:prSet/>
      <dgm:spPr/>
      <dgm:t>
        <a:bodyPr/>
        <a:lstStyle/>
        <a:p>
          <a:endParaRPr lang="en-US"/>
        </a:p>
      </dgm:t>
    </dgm:pt>
    <dgm:pt modelId="{7135A47C-2EF1-461E-A724-18F7DF6D24DB}">
      <dgm:prSet/>
      <dgm:spPr/>
      <dgm:t>
        <a:bodyPr/>
        <a:lstStyle/>
        <a:p>
          <a:r>
            <a:rPr lang="lt-LT"/>
            <a:t>Sužadinti jausmus</a:t>
          </a:r>
          <a:endParaRPr lang="en-US"/>
        </a:p>
      </dgm:t>
    </dgm:pt>
    <dgm:pt modelId="{A2C78DD1-EA55-4652-AFC3-DCFD32EC2071}" type="parTrans" cxnId="{A3456398-AD00-4840-A92C-9AC4DA32D207}">
      <dgm:prSet/>
      <dgm:spPr/>
      <dgm:t>
        <a:bodyPr/>
        <a:lstStyle/>
        <a:p>
          <a:endParaRPr lang="en-US"/>
        </a:p>
      </dgm:t>
    </dgm:pt>
    <dgm:pt modelId="{943A757A-3483-4F3F-9C0F-532D8A8DA1D7}" type="sibTrans" cxnId="{A3456398-AD00-4840-A92C-9AC4DA32D207}">
      <dgm:prSet/>
      <dgm:spPr/>
      <dgm:t>
        <a:bodyPr/>
        <a:lstStyle/>
        <a:p>
          <a:endParaRPr lang="en-US"/>
        </a:p>
      </dgm:t>
    </dgm:pt>
    <dgm:pt modelId="{46AAEA4E-8A08-4678-96AB-88BF913EE1CC}" type="pres">
      <dgm:prSet presAssocID="{19FE9BC5-BC3F-41F2-BB6C-0ABA2682CF20}" presName="vert0" presStyleCnt="0">
        <dgm:presLayoutVars>
          <dgm:dir/>
          <dgm:animOne val="branch"/>
          <dgm:animLvl val="lvl"/>
        </dgm:presLayoutVars>
      </dgm:prSet>
      <dgm:spPr/>
    </dgm:pt>
    <dgm:pt modelId="{50BAE526-D49F-42FA-9F04-102AD78A33AC}" type="pres">
      <dgm:prSet presAssocID="{E5FD40AF-8370-46A1-AE44-A81000EDE047}" presName="thickLine" presStyleLbl="alignNode1" presStyleIdx="0" presStyleCnt="1"/>
      <dgm:spPr/>
    </dgm:pt>
    <dgm:pt modelId="{2046CC5C-92D5-4067-9CE9-8BD281EBD2EC}" type="pres">
      <dgm:prSet presAssocID="{E5FD40AF-8370-46A1-AE44-A81000EDE047}" presName="horz1" presStyleCnt="0"/>
      <dgm:spPr/>
    </dgm:pt>
    <dgm:pt modelId="{FAC6876B-8D76-410F-9195-E6A08D5869DC}" type="pres">
      <dgm:prSet presAssocID="{E5FD40AF-8370-46A1-AE44-A81000EDE047}" presName="tx1" presStyleLbl="revTx" presStyleIdx="0" presStyleCnt="5"/>
      <dgm:spPr/>
    </dgm:pt>
    <dgm:pt modelId="{C451B7F9-0E5A-4CDD-9977-C08194380606}" type="pres">
      <dgm:prSet presAssocID="{E5FD40AF-8370-46A1-AE44-A81000EDE047}" presName="vert1" presStyleCnt="0"/>
      <dgm:spPr/>
    </dgm:pt>
    <dgm:pt modelId="{6873BFDC-30EC-45B5-B35F-C7705B687CC8}" type="pres">
      <dgm:prSet presAssocID="{190CC8BC-67E8-4195-81CD-4BE624AF11C3}" presName="vertSpace2a" presStyleCnt="0"/>
      <dgm:spPr/>
    </dgm:pt>
    <dgm:pt modelId="{F3134ACA-B194-4A91-813A-75629A41C5C8}" type="pres">
      <dgm:prSet presAssocID="{190CC8BC-67E8-4195-81CD-4BE624AF11C3}" presName="horz2" presStyleCnt="0"/>
      <dgm:spPr/>
    </dgm:pt>
    <dgm:pt modelId="{C57D3696-CC0B-475B-B49F-9DA5E94D29BC}" type="pres">
      <dgm:prSet presAssocID="{190CC8BC-67E8-4195-81CD-4BE624AF11C3}" presName="horzSpace2" presStyleCnt="0"/>
      <dgm:spPr/>
    </dgm:pt>
    <dgm:pt modelId="{B1465AAF-C97F-4273-BE55-568421AA2D58}" type="pres">
      <dgm:prSet presAssocID="{190CC8BC-67E8-4195-81CD-4BE624AF11C3}" presName="tx2" presStyleLbl="revTx" presStyleIdx="1" presStyleCnt="5"/>
      <dgm:spPr/>
    </dgm:pt>
    <dgm:pt modelId="{60A6EAEF-8A09-4BD0-8553-B28AB6E8B6B5}" type="pres">
      <dgm:prSet presAssocID="{190CC8BC-67E8-4195-81CD-4BE624AF11C3}" presName="vert2" presStyleCnt="0"/>
      <dgm:spPr/>
    </dgm:pt>
    <dgm:pt modelId="{6D743E65-7F8A-47B1-BF0C-6C623143C29D}" type="pres">
      <dgm:prSet presAssocID="{190CC8BC-67E8-4195-81CD-4BE624AF11C3}" presName="thinLine2b" presStyleLbl="callout" presStyleIdx="0" presStyleCnt="4"/>
      <dgm:spPr/>
    </dgm:pt>
    <dgm:pt modelId="{D97780FD-0E40-4445-A770-0AC56DAAC072}" type="pres">
      <dgm:prSet presAssocID="{190CC8BC-67E8-4195-81CD-4BE624AF11C3}" presName="vertSpace2b" presStyleCnt="0"/>
      <dgm:spPr/>
    </dgm:pt>
    <dgm:pt modelId="{E734C2E7-04EF-4B4C-98C1-0449CCF44AB2}" type="pres">
      <dgm:prSet presAssocID="{F620BD29-B3CE-4756-966B-8A6208F0AE95}" presName="horz2" presStyleCnt="0"/>
      <dgm:spPr/>
    </dgm:pt>
    <dgm:pt modelId="{C4F8ED32-B910-439C-ACD2-74C19ECB0885}" type="pres">
      <dgm:prSet presAssocID="{F620BD29-B3CE-4756-966B-8A6208F0AE95}" presName="horzSpace2" presStyleCnt="0"/>
      <dgm:spPr/>
    </dgm:pt>
    <dgm:pt modelId="{330DC8EA-958C-4056-B094-DE1BE2F7E206}" type="pres">
      <dgm:prSet presAssocID="{F620BD29-B3CE-4756-966B-8A6208F0AE95}" presName="tx2" presStyleLbl="revTx" presStyleIdx="2" presStyleCnt="5"/>
      <dgm:spPr/>
    </dgm:pt>
    <dgm:pt modelId="{0A497467-3DD6-49A5-A3C8-C50E6995C299}" type="pres">
      <dgm:prSet presAssocID="{F620BD29-B3CE-4756-966B-8A6208F0AE95}" presName="vert2" presStyleCnt="0"/>
      <dgm:spPr/>
    </dgm:pt>
    <dgm:pt modelId="{7AD3E1A8-46E2-4C7A-9095-0D4A1B2AC0EE}" type="pres">
      <dgm:prSet presAssocID="{F620BD29-B3CE-4756-966B-8A6208F0AE95}" presName="thinLine2b" presStyleLbl="callout" presStyleIdx="1" presStyleCnt="4"/>
      <dgm:spPr/>
    </dgm:pt>
    <dgm:pt modelId="{8E58ECD3-043C-4CA5-B324-C1A83CAFE96B}" type="pres">
      <dgm:prSet presAssocID="{F620BD29-B3CE-4756-966B-8A6208F0AE95}" presName="vertSpace2b" presStyleCnt="0"/>
      <dgm:spPr/>
    </dgm:pt>
    <dgm:pt modelId="{8778E344-F70F-4A96-8359-BB5E136E2092}" type="pres">
      <dgm:prSet presAssocID="{14152676-0856-4772-A222-5ED6B036E5D1}" presName="horz2" presStyleCnt="0"/>
      <dgm:spPr/>
    </dgm:pt>
    <dgm:pt modelId="{7C3CC3AF-A9EC-468B-A3C7-0218E9AEA97D}" type="pres">
      <dgm:prSet presAssocID="{14152676-0856-4772-A222-5ED6B036E5D1}" presName="horzSpace2" presStyleCnt="0"/>
      <dgm:spPr/>
    </dgm:pt>
    <dgm:pt modelId="{4F483AA0-02FB-44D2-A045-6CD5383EC01E}" type="pres">
      <dgm:prSet presAssocID="{14152676-0856-4772-A222-5ED6B036E5D1}" presName="tx2" presStyleLbl="revTx" presStyleIdx="3" presStyleCnt="5"/>
      <dgm:spPr/>
    </dgm:pt>
    <dgm:pt modelId="{8E150AE5-E434-4A5C-9B56-C49726DED0DB}" type="pres">
      <dgm:prSet presAssocID="{14152676-0856-4772-A222-5ED6B036E5D1}" presName="vert2" presStyleCnt="0"/>
      <dgm:spPr/>
    </dgm:pt>
    <dgm:pt modelId="{3981D7A0-8D88-4FEB-ABB1-CE423FF41181}" type="pres">
      <dgm:prSet presAssocID="{14152676-0856-4772-A222-5ED6B036E5D1}" presName="thinLine2b" presStyleLbl="callout" presStyleIdx="2" presStyleCnt="4"/>
      <dgm:spPr/>
    </dgm:pt>
    <dgm:pt modelId="{F40C750B-5357-4B88-B19E-D7D4E812ADB6}" type="pres">
      <dgm:prSet presAssocID="{14152676-0856-4772-A222-5ED6B036E5D1}" presName="vertSpace2b" presStyleCnt="0"/>
      <dgm:spPr/>
    </dgm:pt>
    <dgm:pt modelId="{D292ED42-CCD3-4971-89FD-38E703D148A4}" type="pres">
      <dgm:prSet presAssocID="{7135A47C-2EF1-461E-A724-18F7DF6D24DB}" presName="horz2" presStyleCnt="0"/>
      <dgm:spPr/>
    </dgm:pt>
    <dgm:pt modelId="{67AEA1EA-D725-4DCD-897E-8E3D54A3D5E3}" type="pres">
      <dgm:prSet presAssocID="{7135A47C-2EF1-461E-A724-18F7DF6D24DB}" presName="horzSpace2" presStyleCnt="0"/>
      <dgm:spPr/>
    </dgm:pt>
    <dgm:pt modelId="{E704FE63-6487-4521-BAA7-B9943603427B}" type="pres">
      <dgm:prSet presAssocID="{7135A47C-2EF1-461E-A724-18F7DF6D24DB}" presName="tx2" presStyleLbl="revTx" presStyleIdx="4" presStyleCnt="5"/>
      <dgm:spPr/>
    </dgm:pt>
    <dgm:pt modelId="{02EAE1B7-60EC-416A-889F-9306F68EF0F0}" type="pres">
      <dgm:prSet presAssocID="{7135A47C-2EF1-461E-A724-18F7DF6D24DB}" presName="vert2" presStyleCnt="0"/>
      <dgm:spPr/>
    </dgm:pt>
    <dgm:pt modelId="{B7D96599-9B01-4021-93E1-0781906D09D5}" type="pres">
      <dgm:prSet presAssocID="{7135A47C-2EF1-461E-A724-18F7DF6D24DB}" presName="thinLine2b" presStyleLbl="callout" presStyleIdx="3" presStyleCnt="4"/>
      <dgm:spPr/>
    </dgm:pt>
    <dgm:pt modelId="{1CD8409B-1AB9-401A-BE87-F42C764B1EC6}" type="pres">
      <dgm:prSet presAssocID="{7135A47C-2EF1-461E-A724-18F7DF6D24DB}" presName="vertSpace2b" presStyleCnt="0"/>
      <dgm:spPr/>
    </dgm:pt>
  </dgm:ptLst>
  <dgm:cxnLst>
    <dgm:cxn modelId="{61D56C05-ED79-4482-9549-1D6CAA49BBC9}" srcId="{E5FD40AF-8370-46A1-AE44-A81000EDE047}" destId="{F620BD29-B3CE-4756-966B-8A6208F0AE95}" srcOrd="1" destOrd="0" parTransId="{9A8D8198-5505-481C-A78F-2EB08DD5A0C2}" sibTransId="{887EA13D-9100-4DFD-A114-E426294E9957}"/>
    <dgm:cxn modelId="{42365A10-F0D3-455D-BE62-7F891DBAF8AC}" srcId="{19FE9BC5-BC3F-41F2-BB6C-0ABA2682CF20}" destId="{E5FD40AF-8370-46A1-AE44-A81000EDE047}" srcOrd="0" destOrd="0" parTransId="{4D4DE96D-4F5C-4EC5-9AE7-3C28E72159D9}" sibTransId="{1FFC3324-FF69-4F09-A17F-CCD32AFAD8E1}"/>
    <dgm:cxn modelId="{CCAE8516-E14B-41CB-852F-E3865A732054}" srcId="{E5FD40AF-8370-46A1-AE44-A81000EDE047}" destId="{190CC8BC-67E8-4195-81CD-4BE624AF11C3}" srcOrd="0" destOrd="0" parTransId="{E2893BF5-3D31-4DE1-94CB-FF411E7A4FF6}" sibTransId="{9F3B8D7A-E1C1-4A18-9735-136E0ED09250}"/>
    <dgm:cxn modelId="{9DF33B68-3C47-498B-B057-1A419A009DC8}" type="presOf" srcId="{190CC8BC-67E8-4195-81CD-4BE624AF11C3}" destId="{B1465AAF-C97F-4273-BE55-568421AA2D58}" srcOrd="0" destOrd="0" presId="urn:microsoft.com/office/officeart/2008/layout/LinedList"/>
    <dgm:cxn modelId="{222F276F-90FE-4151-8951-3177B1A12294}" type="presOf" srcId="{E5FD40AF-8370-46A1-AE44-A81000EDE047}" destId="{FAC6876B-8D76-410F-9195-E6A08D5869DC}" srcOrd="0" destOrd="0" presId="urn:microsoft.com/office/officeart/2008/layout/LinedList"/>
    <dgm:cxn modelId="{FB82B150-2188-4CE6-8B54-9D8456D68A97}" type="presOf" srcId="{14152676-0856-4772-A222-5ED6B036E5D1}" destId="{4F483AA0-02FB-44D2-A045-6CD5383EC01E}" srcOrd="0" destOrd="0" presId="urn:microsoft.com/office/officeart/2008/layout/LinedList"/>
    <dgm:cxn modelId="{5C474955-5F40-4065-9347-B0C2CDA31D49}" type="presOf" srcId="{F620BD29-B3CE-4756-966B-8A6208F0AE95}" destId="{330DC8EA-958C-4056-B094-DE1BE2F7E206}" srcOrd="0" destOrd="0" presId="urn:microsoft.com/office/officeart/2008/layout/LinedList"/>
    <dgm:cxn modelId="{8391BD8D-12FE-4435-975A-67307B4A15E2}" type="presOf" srcId="{19FE9BC5-BC3F-41F2-BB6C-0ABA2682CF20}" destId="{46AAEA4E-8A08-4678-96AB-88BF913EE1CC}" srcOrd="0" destOrd="0" presId="urn:microsoft.com/office/officeart/2008/layout/LinedList"/>
    <dgm:cxn modelId="{A3456398-AD00-4840-A92C-9AC4DA32D207}" srcId="{E5FD40AF-8370-46A1-AE44-A81000EDE047}" destId="{7135A47C-2EF1-461E-A724-18F7DF6D24DB}" srcOrd="3" destOrd="0" parTransId="{A2C78DD1-EA55-4652-AFC3-DCFD32EC2071}" sibTransId="{943A757A-3483-4F3F-9C0F-532D8A8DA1D7}"/>
    <dgm:cxn modelId="{1EA9DBA7-6518-40CC-8003-09EED9BF0B08}" srcId="{E5FD40AF-8370-46A1-AE44-A81000EDE047}" destId="{14152676-0856-4772-A222-5ED6B036E5D1}" srcOrd="2" destOrd="0" parTransId="{09E6972F-3F04-4FEB-B8C0-050DE2A18821}" sibTransId="{EB4B158C-F977-4329-B842-97F58E992A74}"/>
    <dgm:cxn modelId="{2F3389B4-376F-4225-953B-3FE248FBC6CE}" type="presOf" srcId="{7135A47C-2EF1-461E-A724-18F7DF6D24DB}" destId="{E704FE63-6487-4521-BAA7-B9943603427B}" srcOrd="0" destOrd="0" presId="urn:microsoft.com/office/officeart/2008/layout/LinedList"/>
    <dgm:cxn modelId="{0B69ED3B-D0AC-42FF-B26E-4E78D3965E62}" type="presParOf" srcId="{46AAEA4E-8A08-4678-96AB-88BF913EE1CC}" destId="{50BAE526-D49F-42FA-9F04-102AD78A33AC}" srcOrd="0" destOrd="0" presId="urn:microsoft.com/office/officeart/2008/layout/LinedList"/>
    <dgm:cxn modelId="{887CF480-AFF1-4278-92C9-50E555DF4719}" type="presParOf" srcId="{46AAEA4E-8A08-4678-96AB-88BF913EE1CC}" destId="{2046CC5C-92D5-4067-9CE9-8BD281EBD2EC}" srcOrd="1" destOrd="0" presId="urn:microsoft.com/office/officeart/2008/layout/LinedList"/>
    <dgm:cxn modelId="{2C061194-A53C-498C-9D07-D49879547566}" type="presParOf" srcId="{2046CC5C-92D5-4067-9CE9-8BD281EBD2EC}" destId="{FAC6876B-8D76-410F-9195-E6A08D5869DC}" srcOrd="0" destOrd="0" presId="urn:microsoft.com/office/officeart/2008/layout/LinedList"/>
    <dgm:cxn modelId="{C2C719E4-AD6F-4C83-8279-0588FA1C41CB}" type="presParOf" srcId="{2046CC5C-92D5-4067-9CE9-8BD281EBD2EC}" destId="{C451B7F9-0E5A-4CDD-9977-C08194380606}" srcOrd="1" destOrd="0" presId="urn:microsoft.com/office/officeart/2008/layout/LinedList"/>
    <dgm:cxn modelId="{7F8A729F-6B70-4FAA-9EFA-F339BCA591EA}" type="presParOf" srcId="{C451B7F9-0E5A-4CDD-9977-C08194380606}" destId="{6873BFDC-30EC-45B5-B35F-C7705B687CC8}" srcOrd="0" destOrd="0" presId="urn:microsoft.com/office/officeart/2008/layout/LinedList"/>
    <dgm:cxn modelId="{4402B811-C989-40D9-865B-4C5EF6887DAF}" type="presParOf" srcId="{C451B7F9-0E5A-4CDD-9977-C08194380606}" destId="{F3134ACA-B194-4A91-813A-75629A41C5C8}" srcOrd="1" destOrd="0" presId="urn:microsoft.com/office/officeart/2008/layout/LinedList"/>
    <dgm:cxn modelId="{B8D2990F-2A60-4581-A97D-666B9DB60D4E}" type="presParOf" srcId="{F3134ACA-B194-4A91-813A-75629A41C5C8}" destId="{C57D3696-CC0B-475B-B49F-9DA5E94D29BC}" srcOrd="0" destOrd="0" presId="urn:microsoft.com/office/officeart/2008/layout/LinedList"/>
    <dgm:cxn modelId="{3DADA706-383F-4134-9BE5-213274ACE9C8}" type="presParOf" srcId="{F3134ACA-B194-4A91-813A-75629A41C5C8}" destId="{B1465AAF-C97F-4273-BE55-568421AA2D58}" srcOrd="1" destOrd="0" presId="urn:microsoft.com/office/officeart/2008/layout/LinedList"/>
    <dgm:cxn modelId="{5F5397A7-9B6A-4FA6-B991-54F97DB184AC}" type="presParOf" srcId="{F3134ACA-B194-4A91-813A-75629A41C5C8}" destId="{60A6EAEF-8A09-4BD0-8553-B28AB6E8B6B5}" srcOrd="2" destOrd="0" presId="urn:microsoft.com/office/officeart/2008/layout/LinedList"/>
    <dgm:cxn modelId="{A73EA5A8-E844-4FC3-A850-EB5AF88CED26}" type="presParOf" srcId="{C451B7F9-0E5A-4CDD-9977-C08194380606}" destId="{6D743E65-7F8A-47B1-BF0C-6C623143C29D}" srcOrd="2" destOrd="0" presId="urn:microsoft.com/office/officeart/2008/layout/LinedList"/>
    <dgm:cxn modelId="{4A78BBF2-F3D6-4CA4-A9C9-91986EA576B2}" type="presParOf" srcId="{C451B7F9-0E5A-4CDD-9977-C08194380606}" destId="{D97780FD-0E40-4445-A770-0AC56DAAC072}" srcOrd="3" destOrd="0" presId="urn:microsoft.com/office/officeart/2008/layout/LinedList"/>
    <dgm:cxn modelId="{C0849FA6-313A-4F79-945D-3FC37F564AF7}" type="presParOf" srcId="{C451B7F9-0E5A-4CDD-9977-C08194380606}" destId="{E734C2E7-04EF-4B4C-98C1-0449CCF44AB2}" srcOrd="4" destOrd="0" presId="urn:microsoft.com/office/officeart/2008/layout/LinedList"/>
    <dgm:cxn modelId="{615E4EEA-BE46-425A-BA86-BF011443A7ED}" type="presParOf" srcId="{E734C2E7-04EF-4B4C-98C1-0449CCF44AB2}" destId="{C4F8ED32-B910-439C-ACD2-74C19ECB0885}" srcOrd="0" destOrd="0" presId="urn:microsoft.com/office/officeart/2008/layout/LinedList"/>
    <dgm:cxn modelId="{6CC3392A-FD50-4CA3-B70D-EE6AA59D9A34}" type="presParOf" srcId="{E734C2E7-04EF-4B4C-98C1-0449CCF44AB2}" destId="{330DC8EA-958C-4056-B094-DE1BE2F7E206}" srcOrd="1" destOrd="0" presId="urn:microsoft.com/office/officeart/2008/layout/LinedList"/>
    <dgm:cxn modelId="{0C5266F3-84CF-4173-9B65-C8577AB15E63}" type="presParOf" srcId="{E734C2E7-04EF-4B4C-98C1-0449CCF44AB2}" destId="{0A497467-3DD6-49A5-A3C8-C50E6995C299}" srcOrd="2" destOrd="0" presId="urn:microsoft.com/office/officeart/2008/layout/LinedList"/>
    <dgm:cxn modelId="{7884F92B-1703-41D5-9780-E24E4DD31074}" type="presParOf" srcId="{C451B7F9-0E5A-4CDD-9977-C08194380606}" destId="{7AD3E1A8-46E2-4C7A-9095-0D4A1B2AC0EE}" srcOrd="5" destOrd="0" presId="urn:microsoft.com/office/officeart/2008/layout/LinedList"/>
    <dgm:cxn modelId="{B68C746D-D4FA-4EAE-8EA0-4AEBD81E218C}" type="presParOf" srcId="{C451B7F9-0E5A-4CDD-9977-C08194380606}" destId="{8E58ECD3-043C-4CA5-B324-C1A83CAFE96B}" srcOrd="6" destOrd="0" presId="urn:microsoft.com/office/officeart/2008/layout/LinedList"/>
    <dgm:cxn modelId="{3C281B29-1247-4A4C-97A5-A9CDDC8AA207}" type="presParOf" srcId="{C451B7F9-0E5A-4CDD-9977-C08194380606}" destId="{8778E344-F70F-4A96-8359-BB5E136E2092}" srcOrd="7" destOrd="0" presId="urn:microsoft.com/office/officeart/2008/layout/LinedList"/>
    <dgm:cxn modelId="{D0BB1310-A57D-402F-BB6A-86480450B2A6}" type="presParOf" srcId="{8778E344-F70F-4A96-8359-BB5E136E2092}" destId="{7C3CC3AF-A9EC-468B-A3C7-0218E9AEA97D}" srcOrd="0" destOrd="0" presId="urn:microsoft.com/office/officeart/2008/layout/LinedList"/>
    <dgm:cxn modelId="{2A7FAF61-87F8-43AD-9B4D-0C76D647E012}" type="presParOf" srcId="{8778E344-F70F-4A96-8359-BB5E136E2092}" destId="{4F483AA0-02FB-44D2-A045-6CD5383EC01E}" srcOrd="1" destOrd="0" presId="urn:microsoft.com/office/officeart/2008/layout/LinedList"/>
    <dgm:cxn modelId="{59186AF3-4225-4953-9A93-D247C0A5057B}" type="presParOf" srcId="{8778E344-F70F-4A96-8359-BB5E136E2092}" destId="{8E150AE5-E434-4A5C-9B56-C49726DED0DB}" srcOrd="2" destOrd="0" presId="urn:microsoft.com/office/officeart/2008/layout/LinedList"/>
    <dgm:cxn modelId="{5030354E-94F6-4E55-B52E-23969C4A0944}" type="presParOf" srcId="{C451B7F9-0E5A-4CDD-9977-C08194380606}" destId="{3981D7A0-8D88-4FEB-ABB1-CE423FF41181}" srcOrd="8" destOrd="0" presId="urn:microsoft.com/office/officeart/2008/layout/LinedList"/>
    <dgm:cxn modelId="{28C0F8DB-7DEC-45DD-8C48-ABB9176DDA3D}" type="presParOf" srcId="{C451B7F9-0E5A-4CDD-9977-C08194380606}" destId="{F40C750B-5357-4B88-B19E-D7D4E812ADB6}" srcOrd="9" destOrd="0" presId="urn:microsoft.com/office/officeart/2008/layout/LinedList"/>
    <dgm:cxn modelId="{EC58BCC2-5768-4F55-8950-57BE8A0180C8}" type="presParOf" srcId="{C451B7F9-0E5A-4CDD-9977-C08194380606}" destId="{D292ED42-CCD3-4971-89FD-38E703D148A4}" srcOrd="10" destOrd="0" presId="urn:microsoft.com/office/officeart/2008/layout/LinedList"/>
    <dgm:cxn modelId="{D36027BD-C624-4FAE-80D7-7624E2A479AB}" type="presParOf" srcId="{D292ED42-CCD3-4971-89FD-38E703D148A4}" destId="{67AEA1EA-D725-4DCD-897E-8E3D54A3D5E3}" srcOrd="0" destOrd="0" presId="urn:microsoft.com/office/officeart/2008/layout/LinedList"/>
    <dgm:cxn modelId="{C0BE25BB-DF49-457D-874B-70347EAFD958}" type="presParOf" srcId="{D292ED42-CCD3-4971-89FD-38E703D148A4}" destId="{E704FE63-6487-4521-BAA7-B9943603427B}" srcOrd="1" destOrd="0" presId="urn:microsoft.com/office/officeart/2008/layout/LinedList"/>
    <dgm:cxn modelId="{193E50B6-4281-47BD-8597-EECEE9DD3FA2}" type="presParOf" srcId="{D292ED42-CCD3-4971-89FD-38E703D148A4}" destId="{02EAE1B7-60EC-416A-889F-9306F68EF0F0}" srcOrd="2" destOrd="0" presId="urn:microsoft.com/office/officeart/2008/layout/LinedList"/>
    <dgm:cxn modelId="{06404800-E190-4763-BA60-1D8FA2185B44}" type="presParOf" srcId="{C451B7F9-0E5A-4CDD-9977-C08194380606}" destId="{B7D96599-9B01-4021-93E1-0781906D09D5}" srcOrd="11" destOrd="0" presId="urn:microsoft.com/office/officeart/2008/layout/LinedList"/>
    <dgm:cxn modelId="{9CE56A06-FA44-4ECE-888E-D12BF225F736}" type="presParOf" srcId="{C451B7F9-0E5A-4CDD-9977-C08194380606}" destId="{1CD8409B-1AB9-401A-BE87-F42C764B1EC6}" srcOrd="12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DF9FCA71-FA20-4EBF-B50B-DE8DEDAF196A}" type="doc">
      <dgm:prSet loTypeId="urn:microsoft.com/office/officeart/2005/8/layout/vList2" loCatId="list" qsTypeId="urn:microsoft.com/office/officeart/2005/8/quickstyle/simple4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CDFDE754-BD77-44CE-AB2A-F31B7D454B12}">
      <dgm:prSet/>
      <dgm:spPr/>
      <dgm:t>
        <a:bodyPr/>
        <a:lstStyle/>
        <a:p>
          <a:r>
            <a:rPr lang="lt-LT"/>
            <a:t>Pranešimo tikslas</a:t>
          </a:r>
          <a:endParaRPr lang="en-US"/>
        </a:p>
      </dgm:t>
    </dgm:pt>
    <dgm:pt modelId="{3ECD2E64-C3A9-47F0-B888-E389929D1841}" type="parTrans" cxnId="{19C1CB10-658B-4443-988A-22AF86CEB02C}">
      <dgm:prSet/>
      <dgm:spPr/>
      <dgm:t>
        <a:bodyPr/>
        <a:lstStyle/>
        <a:p>
          <a:endParaRPr lang="en-US"/>
        </a:p>
      </dgm:t>
    </dgm:pt>
    <dgm:pt modelId="{57EDD3BB-11D3-4BD4-96B1-DC6D6BDA15D4}" type="sibTrans" cxnId="{19C1CB10-658B-4443-988A-22AF86CEB02C}">
      <dgm:prSet/>
      <dgm:spPr/>
      <dgm:t>
        <a:bodyPr/>
        <a:lstStyle/>
        <a:p>
          <a:endParaRPr lang="en-US"/>
        </a:p>
      </dgm:t>
    </dgm:pt>
    <dgm:pt modelId="{8516109A-0D96-4273-BB7B-36E96D3D7CB2}">
      <dgm:prSet/>
      <dgm:spPr/>
      <dgm:t>
        <a:bodyPr/>
        <a:lstStyle/>
        <a:p>
          <a:r>
            <a:rPr lang="lt-LT"/>
            <a:t>Pagrindinė mintis</a:t>
          </a:r>
          <a:endParaRPr lang="en-US"/>
        </a:p>
      </dgm:t>
    </dgm:pt>
    <dgm:pt modelId="{E27D5829-8AC8-4C8E-A88C-1CC436222376}" type="parTrans" cxnId="{E045D309-9F5B-4AAB-8C62-BE636B2903C4}">
      <dgm:prSet/>
      <dgm:spPr/>
      <dgm:t>
        <a:bodyPr/>
        <a:lstStyle/>
        <a:p>
          <a:endParaRPr lang="en-US"/>
        </a:p>
      </dgm:t>
    </dgm:pt>
    <dgm:pt modelId="{F6D260CB-2800-4A6B-89BD-CDBB966CBD0D}" type="sibTrans" cxnId="{E045D309-9F5B-4AAB-8C62-BE636B2903C4}">
      <dgm:prSet/>
      <dgm:spPr/>
      <dgm:t>
        <a:bodyPr/>
        <a:lstStyle/>
        <a:p>
          <a:endParaRPr lang="en-US"/>
        </a:p>
      </dgm:t>
    </dgm:pt>
    <dgm:pt modelId="{3DF38DAB-311F-45AA-B432-A7604E68DB93}">
      <dgm:prSet/>
      <dgm:spPr/>
      <dgm:t>
        <a:bodyPr/>
        <a:lstStyle/>
        <a:p>
          <a:r>
            <a:rPr lang="lt-LT"/>
            <a:t>Auditorija</a:t>
          </a:r>
          <a:endParaRPr lang="en-US"/>
        </a:p>
      </dgm:t>
    </dgm:pt>
    <dgm:pt modelId="{185B4513-15F5-44B5-BFCE-CAB74409EDD4}" type="parTrans" cxnId="{1BB21110-1C21-4655-83B1-0696918DE50A}">
      <dgm:prSet/>
      <dgm:spPr/>
      <dgm:t>
        <a:bodyPr/>
        <a:lstStyle/>
        <a:p>
          <a:endParaRPr lang="en-US"/>
        </a:p>
      </dgm:t>
    </dgm:pt>
    <dgm:pt modelId="{1BF3A6A5-9540-4FB7-A9CB-9026C2D7DACC}" type="sibTrans" cxnId="{1BB21110-1C21-4655-83B1-0696918DE50A}">
      <dgm:prSet/>
      <dgm:spPr/>
      <dgm:t>
        <a:bodyPr/>
        <a:lstStyle/>
        <a:p>
          <a:endParaRPr lang="en-US"/>
        </a:p>
      </dgm:t>
    </dgm:pt>
    <dgm:pt modelId="{FB6A5A8A-A796-4FF1-96F3-E7C20CC0B4FD}">
      <dgm:prSet/>
      <dgm:spPr/>
      <dgm:t>
        <a:bodyPr/>
        <a:lstStyle/>
        <a:p>
          <a:r>
            <a:rPr lang="lt-LT"/>
            <a:t>Tonas</a:t>
          </a:r>
          <a:endParaRPr lang="en-US"/>
        </a:p>
      </dgm:t>
    </dgm:pt>
    <dgm:pt modelId="{6E82325C-4CAA-4C8F-A2B9-72D4BB378714}" type="parTrans" cxnId="{DDC0E2D4-13BD-4F84-8242-64D517B09918}">
      <dgm:prSet/>
      <dgm:spPr/>
      <dgm:t>
        <a:bodyPr/>
        <a:lstStyle/>
        <a:p>
          <a:endParaRPr lang="en-US"/>
        </a:p>
      </dgm:t>
    </dgm:pt>
    <dgm:pt modelId="{B9370B83-D934-45D9-937C-3C6F835873B9}" type="sibTrans" cxnId="{DDC0E2D4-13BD-4F84-8242-64D517B09918}">
      <dgm:prSet/>
      <dgm:spPr/>
      <dgm:t>
        <a:bodyPr/>
        <a:lstStyle/>
        <a:p>
          <a:endParaRPr lang="en-US"/>
        </a:p>
      </dgm:t>
    </dgm:pt>
    <dgm:pt modelId="{C246A4F7-A12B-4ECF-9389-728C65781D49}" type="pres">
      <dgm:prSet presAssocID="{DF9FCA71-FA20-4EBF-B50B-DE8DEDAF196A}" presName="linear" presStyleCnt="0">
        <dgm:presLayoutVars>
          <dgm:animLvl val="lvl"/>
          <dgm:resizeHandles val="exact"/>
        </dgm:presLayoutVars>
      </dgm:prSet>
      <dgm:spPr/>
    </dgm:pt>
    <dgm:pt modelId="{F2878FC4-B39B-486F-93E6-E3FB39C1F586}" type="pres">
      <dgm:prSet presAssocID="{CDFDE754-BD77-44CE-AB2A-F31B7D454B12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32ABC2F0-6E21-40DC-9D32-5285934D43CF}" type="pres">
      <dgm:prSet presAssocID="{57EDD3BB-11D3-4BD4-96B1-DC6D6BDA15D4}" presName="spacer" presStyleCnt="0"/>
      <dgm:spPr/>
    </dgm:pt>
    <dgm:pt modelId="{4C2984AA-5647-44BC-AC65-77EE2F7BFBBB}" type="pres">
      <dgm:prSet presAssocID="{8516109A-0D96-4273-BB7B-36E96D3D7CB2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E9B6B9ED-E2CB-4759-A797-F0040FC280B8}" type="pres">
      <dgm:prSet presAssocID="{F6D260CB-2800-4A6B-89BD-CDBB966CBD0D}" presName="spacer" presStyleCnt="0"/>
      <dgm:spPr/>
    </dgm:pt>
    <dgm:pt modelId="{DEDFA826-CE9C-4BCD-927E-B119D9F955D3}" type="pres">
      <dgm:prSet presAssocID="{3DF38DAB-311F-45AA-B432-A7604E68DB93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BA4BAE4B-9F03-4048-9321-64844224C6D0}" type="pres">
      <dgm:prSet presAssocID="{1BF3A6A5-9540-4FB7-A9CB-9026C2D7DACC}" presName="spacer" presStyleCnt="0"/>
      <dgm:spPr/>
    </dgm:pt>
    <dgm:pt modelId="{CCD46C5F-6D8C-4662-B38D-E65A604D4293}" type="pres">
      <dgm:prSet presAssocID="{FB6A5A8A-A796-4FF1-96F3-E7C20CC0B4FD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E045D309-9F5B-4AAB-8C62-BE636B2903C4}" srcId="{DF9FCA71-FA20-4EBF-B50B-DE8DEDAF196A}" destId="{8516109A-0D96-4273-BB7B-36E96D3D7CB2}" srcOrd="1" destOrd="0" parTransId="{E27D5829-8AC8-4C8E-A88C-1CC436222376}" sibTransId="{F6D260CB-2800-4A6B-89BD-CDBB966CBD0D}"/>
    <dgm:cxn modelId="{1BB21110-1C21-4655-83B1-0696918DE50A}" srcId="{DF9FCA71-FA20-4EBF-B50B-DE8DEDAF196A}" destId="{3DF38DAB-311F-45AA-B432-A7604E68DB93}" srcOrd="2" destOrd="0" parTransId="{185B4513-15F5-44B5-BFCE-CAB74409EDD4}" sibTransId="{1BF3A6A5-9540-4FB7-A9CB-9026C2D7DACC}"/>
    <dgm:cxn modelId="{19C1CB10-658B-4443-988A-22AF86CEB02C}" srcId="{DF9FCA71-FA20-4EBF-B50B-DE8DEDAF196A}" destId="{CDFDE754-BD77-44CE-AB2A-F31B7D454B12}" srcOrd="0" destOrd="0" parTransId="{3ECD2E64-C3A9-47F0-B888-E389929D1841}" sibTransId="{57EDD3BB-11D3-4BD4-96B1-DC6D6BDA15D4}"/>
    <dgm:cxn modelId="{433C7D39-6CBD-406D-B9B7-708B99E508CC}" type="presOf" srcId="{3DF38DAB-311F-45AA-B432-A7604E68DB93}" destId="{DEDFA826-CE9C-4BCD-927E-B119D9F955D3}" srcOrd="0" destOrd="0" presId="urn:microsoft.com/office/officeart/2005/8/layout/vList2"/>
    <dgm:cxn modelId="{92641065-BAC7-4C7B-99BA-4F7D65463712}" type="presOf" srcId="{8516109A-0D96-4273-BB7B-36E96D3D7CB2}" destId="{4C2984AA-5647-44BC-AC65-77EE2F7BFBBB}" srcOrd="0" destOrd="0" presId="urn:microsoft.com/office/officeart/2005/8/layout/vList2"/>
    <dgm:cxn modelId="{9BEFB05A-E6BE-4789-B09C-149F6436C2E0}" type="presOf" srcId="{FB6A5A8A-A796-4FF1-96F3-E7C20CC0B4FD}" destId="{CCD46C5F-6D8C-4662-B38D-E65A604D4293}" srcOrd="0" destOrd="0" presId="urn:microsoft.com/office/officeart/2005/8/layout/vList2"/>
    <dgm:cxn modelId="{FCD622BE-A6FD-46FE-921A-47683300697F}" type="presOf" srcId="{DF9FCA71-FA20-4EBF-B50B-DE8DEDAF196A}" destId="{C246A4F7-A12B-4ECF-9389-728C65781D49}" srcOrd="0" destOrd="0" presId="urn:microsoft.com/office/officeart/2005/8/layout/vList2"/>
    <dgm:cxn modelId="{DDC0E2D4-13BD-4F84-8242-64D517B09918}" srcId="{DF9FCA71-FA20-4EBF-B50B-DE8DEDAF196A}" destId="{FB6A5A8A-A796-4FF1-96F3-E7C20CC0B4FD}" srcOrd="3" destOrd="0" parTransId="{6E82325C-4CAA-4C8F-A2B9-72D4BB378714}" sibTransId="{B9370B83-D934-45D9-937C-3C6F835873B9}"/>
    <dgm:cxn modelId="{F4C293FF-B30C-4D3F-8129-CC9085168793}" type="presOf" srcId="{CDFDE754-BD77-44CE-AB2A-F31B7D454B12}" destId="{F2878FC4-B39B-486F-93E6-E3FB39C1F586}" srcOrd="0" destOrd="0" presId="urn:microsoft.com/office/officeart/2005/8/layout/vList2"/>
    <dgm:cxn modelId="{4A4958DE-F614-4219-BD20-4829F37BF6BE}" type="presParOf" srcId="{C246A4F7-A12B-4ECF-9389-728C65781D49}" destId="{F2878FC4-B39B-486F-93E6-E3FB39C1F586}" srcOrd="0" destOrd="0" presId="urn:microsoft.com/office/officeart/2005/8/layout/vList2"/>
    <dgm:cxn modelId="{F22BF0F0-A33D-441E-A080-223EDFED1879}" type="presParOf" srcId="{C246A4F7-A12B-4ECF-9389-728C65781D49}" destId="{32ABC2F0-6E21-40DC-9D32-5285934D43CF}" srcOrd="1" destOrd="0" presId="urn:microsoft.com/office/officeart/2005/8/layout/vList2"/>
    <dgm:cxn modelId="{EDE84189-99F2-418D-BEC0-5A883FDDF8DF}" type="presParOf" srcId="{C246A4F7-A12B-4ECF-9389-728C65781D49}" destId="{4C2984AA-5647-44BC-AC65-77EE2F7BFBBB}" srcOrd="2" destOrd="0" presId="urn:microsoft.com/office/officeart/2005/8/layout/vList2"/>
    <dgm:cxn modelId="{110629CC-B6E1-4FDA-BD17-1DEF7AD43BF9}" type="presParOf" srcId="{C246A4F7-A12B-4ECF-9389-728C65781D49}" destId="{E9B6B9ED-E2CB-4759-A797-F0040FC280B8}" srcOrd="3" destOrd="0" presId="urn:microsoft.com/office/officeart/2005/8/layout/vList2"/>
    <dgm:cxn modelId="{DB2DBAB8-CA49-4FEE-9595-048D612A53FC}" type="presParOf" srcId="{C246A4F7-A12B-4ECF-9389-728C65781D49}" destId="{DEDFA826-CE9C-4BCD-927E-B119D9F955D3}" srcOrd="4" destOrd="0" presId="urn:microsoft.com/office/officeart/2005/8/layout/vList2"/>
    <dgm:cxn modelId="{C31E0796-52F5-401D-8058-A8EFAD45E3F7}" type="presParOf" srcId="{C246A4F7-A12B-4ECF-9389-728C65781D49}" destId="{BA4BAE4B-9F03-4048-9321-64844224C6D0}" srcOrd="5" destOrd="0" presId="urn:microsoft.com/office/officeart/2005/8/layout/vList2"/>
    <dgm:cxn modelId="{40B45A13-2F76-4943-8690-53E949F88995}" type="presParOf" srcId="{C246A4F7-A12B-4ECF-9389-728C65781D49}" destId="{CCD46C5F-6D8C-4662-B38D-E65A604D4293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1CDA7F51-2127-4923-8634-CC45B2C80E9B}" type="doc">
      <dgm:prSet loTypeId="urn:microsoft.com/office/officeart/2008/layout/LinedList" loCatId="list" qsTypeId="urn:microsoft.com/office/officeart/2005/8/quickstyle/simple4" qsCatId="simple" csTypeId="urn:microsoft.com/office/officeart/2005/8/colors/accent4_2" csCatId="accent4"/>
      <dgm:spPr/>
      <dgm:t>
        <a:bodyPr/>
        <a:lstStyle/>
        <a:p>
          <a:endParaRPr lang="en-US"/>
        </a:p>
      </dgm:t>
    </dgm:pt>
    <dgm:pt modelId="{A745A27E-5C47-41C5-8852-27D47E17CDC1}">
      <dgm:prSet/>
      <dgm:spPr/>
      <dgm:t>
        <a:bodyPr/>
        <a:lstStyle/>
        <a:p>
          <a:r>
            <a:rPr lang="lt-LT"/>
            <a:t>Reikia gerai suprasti kokiu tikslu kalbėsiu.</a:t>
          </a:r>
          <a:endParaRPr lang="en-US"/>
        </a:p>
      </dgm:t>
    </dgm:pt>
    <dgm:pt modelId="{6139198C-ADBC-4791-A010-B87E8FE45C2E}" type="parTrans" cxnId="{A401EB35-F71E-413A-9D21-BB0AEF0A010A}">
      <dgm:prSet/>
      <dgm:spPr/>
      <dgm:t>
        <a:bodyPr/>
        <a:lstStyle/>
        <a:p>
          <a:endParaRPr lang="en-US"/>
        </a:p>
      </dgm:t>
    </dgm:pt>
    <dgm:pt modelId="{2565C5F4-8150-4004-9512-C86A7EB8CDC1}" type="sibTrans" cxnId="{A401EB35-F71E-413A-9D21-BB0AEF0A010A}">
      <dgm:prSet/>
      <dgm:spPr/>
      <dgm:t>
        <a:bodyPr/>
        <a:lstStyle/>
        <a:p>
          <a:endParaRPr lang="en-US"/>
        </a:p>
      </dgm:t>
    </dgm:pt>
    <dgm:pt modelId="{0D5336AB-2504-4845-A21C-BD48DCC2E399}">
      <dgm:prSet/>
      <dgm:spPr/>
      <dgm:t>
        <a:bodyPr/>
        <a:lstStyle/>
        <a:p>
          <a:r>
            <a:rPr lang="lt-LT"/>
            <a:t>Gal man tereikia pateikti informaciją? Tikslas – informuoti.</a:t>
          </a:r>
          <a:endParaRPr lang="en-US"/>
        </a:p>
      </dgm:t>
    </dgm:pt>
    <dgm:pt modelId="{D9C51BA7-5068-425D-90C6-AED41A84A7FB}" type="parTrans" cxnId="{5B8EECAE-C304-4085-B754-F4B73124EF91}">
      <dgm:prSet/>
      <dgm:spPr/>
      <dgm:t>
        <a:bodyPr/>
        <a:lstStyle/>
        <a:p>
          <a:endParaRPr lang="en-US"/>
        </a:p>
      </dgm:t>
    </dgm:pt>
    <dgm:pt modelId="{C10F466A-0B3E-41E7-975E-88288A2F817B}" type="sibTrans" cxnId="{5B8EECAE-C304-4085-B754-F4B73124EF91}">
      <dgm:prSet/>
      <dgm:spPr/>
      <dgm:t>
        <a:bodyPr/>
        <a:lstStyle/>
        <a:p>
          <a:endParaRPr lang="en-US"/>
        </a:p>
      </dgm:t>
    </dgm:pt>
    <dgm:pt modelId="{2F9B9300-CE19-485B-A1A9-DC4D5A5E6BB2}">
      <dgm:prSet/>
      <dgm:spPr/>
      <dgm:t>
        <a:bodyPr/>
        <a:lstStyle/>
        <a:p>
          <a:r>
            <a:rPr lang="lt-LT"/>
            <a:t>Gal išmokyti atlikti kurį nors darbą? </a:t>
          </a:r>
          <a:endParaRPr lang="en-US"/>
        </a:p>
      </dgm:t>
    </dgm:pt>
    <dgm:pt modelId="{94470968-34EE-4E29-BD2A-781453E4C82B}" type="parTrans" cxnId="{E768D19A-97E3-4AE8-B4E5-944AB596294E}">
      <dgm:prSet/>
      <dgm:spPr/>
      <dgm:t>
        <a:bodyPr/>
        <a:lstStyle/>
        <a:p>
          <a:endParaRPr lang="en-US"/>
        </a:p>
      </dgm:t>
    </dgm:pt>
    <dgm:pt modelId="{C045653D-1CF7-4185-99AD-E76B7A9E4CBE}" type="sibTrans" cxnId="{E768D19A-97E3-4AE8-B4E5-944AB596294E}">
      <dgm:prSet/>
      <dgm:spPr/>
      <dgm:t>
        <a:bodyPr/>
        <a:lstStyle/>
        <a:p>
          <a:endParaRPr lang="en-US"/>
        </a:p>
      </dgm:t>
    </dgm:pt>
    <dgm:pt modelId="{C046725D-3298-4DCB-ACCA-B70E07673726}">
      <dgm:prSet/>
      <dgm:spPr/>
      <dgm:t>
        <a:bodyPr/>
        <a:lstStyle/>
        <a:p>
          <a:r>
            <a:rPr lang="lt-LT"/>
            <a:t>Tikslas – instruktuoti.</a:t>
          </a:r>
          <a:endParaRPr lang="en-US"/>
        </a:p>
      </dgm:t>
    </dgm:pt>
    <dgm:pt modelId="{E1D08866-A2D1-4005-8D1D-55DA60B11CD7}" type="parTrans" cxnId="{BB2BEAAB-7DAD-4CD8-9C73-47A5988A3D3C}">
      <dgm:prSet/>
      <dgm:spPr/>
      <dgm:t>
        <a:bodyPr/>
        <a:lstStyle/>
        <a:p>
          <a:endParaRPr lang="en-US"/>
        </a:p>
      </dgm:t>
    </dgm:pt>
    <dgm:pt modelId="{95EF247A-DD68-4857-82CC-4D0A031AE4D3}" type="sibTrans" cxnId="{BB2BEAAB-7DAD-4CD8-9C73-47A5988A3D3C}">
      <dgm:prSet/>
      <dgm:spPr/>
      <dgm:t>
        <a:bodyPr/>
        <a:lstStyle/>
        <a:p>
          <a:endParaRPr lang="en-US"/>
        </a:p>
      </dgm:t>
    </dgm:pt>
    <dgm:pt modelId="{E4147892-9DEF-438B-BC26-BDF088A84F9B}">
      <dgm:prSet/>
      <dgm:spPr/>
      <dgm:t>
        <a:bodyPr/>
        <a:lstStyle/>
        <a:p>
          <a:r>
            <a:rPr lang="lt-LT"/>
            <a:t>Gal įrodyti, kad pasirinktas problemos sprendimo būdas yra teisingas?</a:t>
          </a:r>
          <a:endParaRPr lang="en-US"/>
        </a:p>
      </dgm:t>
    </dgm:pt>
    <dgm:pt modelId="{31946808-E4C9-4EB4-A4EF-3D74478A1B52}" type="parTrans" cxnId="{C07B3BB8-01A3-43FD-9EA5-F7B1648935CB}">
      <dgm:prSet/>
      <dgm:spPr/>
      <dgm:t>
        <a:bodyPr/>
        <a:lstStyle/>
        <a:p>
          <a:endParaRPr lang="en-US"/>
        </a:p>
      </dgm:t>
    </dgm:pt>
    <dgm:pt modelId="{975206D4-88C3-4174-BBF8-D6771736CE15}" type="sibTrans" cxnId="{C07B3BB8-01A3-43FD-9EA5-F7B1648935CB}">
      <dgm:prSet/>
      <dgm:spPr/>
      <dgm:t>
        <a:bodyPr/>
        <a:lstStyle/>
        <a:p>
          <a:endParaRPr lang="en-US"/>
        </a:p>
      </dgm:t>
    </dgm:pt>
    <dgm:pt modelId="{EAA6AB5D-999A-45E4-8905-697E4E7B0ABC}">
      <dgm:prSet/>
      <dgm:spPr/>
      <dgm:t>
        <a:bodyPr/>
        <a:lstStyle/>
        <a:p>
          <a:r>
            <a:rPr lang="lt-LT"/>
            <a:t>Tikslas – įrodyti.</a:t>
          </a:r>
          <a:endParaRPr lang="en-US"/>
        </a:p>
      </dgm:t>
    </dgm:pt>
    <dgm:pt modelId="{1301F1E9-06DF-4B23-93AD-A3E2997A19B7}" type="parTrans" cxnId="{1056D13C-C39F-45D8-9769-44C9FBC0BB02}">
      <dgm:prSet/>
      <dgm:spPr/>
      <dgm:t>
        <a:bodyPr/>
        <a:lstStyle/>
        <a:p>
          <a:endParaRPr lang="en-US"/>
        </a:p>
      </dgm:t>
    </dgm:pt>
    <dgm:pt modelId="{927B31C3-02E5-4330-96EB-ED6385E2A346}" type="sibTrans" cxnId="{1056D13C-C39F-45D8-9769-44C9FBC0BB02}">
      <dgm:prSet/>
      <dgm:spPr/>
      <dgm:t>
        <a:bodyPr/>
        <a:lstStyle/>
        <a:p>
          <a:endParaRPr lang="en-US"/>
        </a:p>
      </dgm:t>
    </dgm:pt>
    <dgm:pt modelId="{5B3CF6F4-7E90-4CF1-8A42-643A491B2C96}">
      <dgm:prSet/>
      <dgm:spPr/>
      <dgm:t>
        <a:bodyPr/>
        <a:lstStyle/>
        <a:p>
          <a:r>
            <a:rPr lang="lt-LT"/>
            <a:t>Gal paveikti žmones, kad jie priimtų vieną ar kitą sprendimą?</a:t>
          </a:r>
          <a:endParaRPr lang="en-US"/>
        </a:p>
      </dgm:t>
    </dgm:pt>
    <dgm:pt modelId="{6B53B09D-496F-4A9F-BA77-02109AA4952D}" type="parTrans" cxnId="{D4151B4E-65DD-44F6-8606-FE09DF772874}">
      <dgm:prSet/>
      <dgm:spPr/>
      <dgm:t>
        <a:bodyPr/>
        <a:lstStyle/>
        <a:p>
          <a:endParaRPr lang="en-US"/>
        </a:p>
      </dgm:t>
    </dgm:pt>
    <dgm:pt modelId="{1EC745E2-5DDC-4A14-A541-CFC8DA7BFB8A}" type="sibTrans" cxnId="{D4151B4E-65DD-44F6-8606-FE09DF772874}">
      <dgm:prSet/>
      <dgm:spPr/>
      <dgm:t>
        <a:bodyPr/>
        <a:lstStyle/>
        <a:p>
          <a:endParaRPr lang="en-US"/>
        </a:p>
      </dgm:t>
    </dgm:pt>
    <dgm:pt modelId="{7239FE61-E1A0-4DFB-8F37-07523BF77C06}">
      <dgm:prSet/>
      <dgm:spPr/>
      <dgm:t>
        <a:bodyPr/>
        <a:lstStyle/>
        <a:p>
          <a:r>
            <a:rPr lang="lt-LT"/>
            <a:t>Tikslas – įrodyti.</a:t>
          </a:r>
          <a:endParaRPr lang="en-US"/>
        </a:p>
      </dgm:t>
    </dgm:pt>
    <dgm:pt modelId="{3EC69E40-501C-4D5F-A0BD-2A9106B2822E}" type="parTrans" cxnId="{8D2460D5-24FE-4547-A098-440FFBFAEDDF}">
      <dgm:prSet/>
      <dgm:spPr/>
      <dgm:t>
        <a:bodyPr/>
        <a:lstStyle/>
        <a:p>
          <a:endParaRPr lang="en-US"/>
        </a:p>
      </dgm:t>
    </dgm:pt>
    <dgm:pt modelId="{CE9FF9A6-8360-4195-B051-88DA8A92E5F1}" type="sibTrans" cxnId="{8D2460D5-24FE-4547-A098-440FFBFAEDDF}">
      <dgm:prSet/>
      <dgm:spPr/>
      <dgm:t>
        <a:bodyPr/>
        <a:lstStyle/>
        <a:p>
          <a:endParaRPr lang="en-US"/>
        </a:p>
      </dgm:t>
    </dgm:pt>
    <dgm:pt modelId="{98650338-6888-48AF-B9DD-0BC145A2DF56}" type="pres">
      <dgm:prSet presAssocID="{1CDA7F51-2127-4923-8634-CC45B2C80E9B}" presName="vert0" presStyleCnt="0">
        <dgm:presLayoutVars>
          <dgm:dir/>
          <dgm:animOne val="branch"/>
          <dgm:animLvl val="lvl"/>
        </dgm:presLayoutVars>
      </dgm:prSet>
      <dgm:spPr/>
    </dgm:pt>
    <dgm:pt modelId="{F48D95A0-E812-41E4-9FA1-AE5A9D526DE2}" type="pres">
      <dgm:prSet presAssocID="{A745A27E-5C47-41C5-8852-27D47E17CDC1}" presName="thickLine" presStyleLbl="alignNode1" presStyleIdx="0" presStyleCnt="8"/>
      <dgm:spPr/>
    </dgm:pt>
    <dgm:pt modelId="{9DE74BF2-A8EB-4E67-9044-10F9101D388E}" type="pres">
      <dgm:prSet presAssocID="{A745A27E-5C47-41C5-8852-27D47E17CDC1}" presName="horz1" presStyleCnt="0"/>
      <dgm:spPr/>
    </dgm:pt>
    <dgm:pt modelId="{FF4BBBE6-0F18-4501-8295-CFA1184CFE73}" type="pres">
      <dgm:prSet presAssocID="{A745A27E-5C47-41C5-8852-27D47E17CDC1}" presName="tx1" presStyleLbl="revTx" presStyleIdx="0" presStyleCnt="8"/>
      <dgm:spPr/>
    </dgm:pt>
    <dgm:pt modelId="{AFD7AD43-03E2-417E-8D8E-395D98A2F5AD}" type="pres">
      <dgm:prSet presAssocID="{A745A27E-5C47-41C5-8852-27D47E17CDC1}" presName="vert1" presStyleCnt="0"/>
      <dgm:spPr/>
    </dgm:pt>
    <dgm:pt modelId="{E37D7CEB-9B0B-424A-8975-872B60DB4C07}" type="pres">
      <dgm:prSet presAssocID="{0D5336AB-2504-4845-A21C-BD48DCC2E399}" presName="thickLine" presStyleLbl="alignNode1" presStyleIdx="1" presStyleCnt="8"/>
      <dgm:spPr/>
    </dgm:pt>
    <dgm:pt modelId="{C6446977-39E4-415C-8E5E-F02D34434A14}" type="pres">
      <dgm:prSet presAssocID="{0D5336AB-2504-4845-A21C-BD48DCC2E399}" presName="horz1" presStyleCnt="0"/>
      <dgm:spPr/>
    </dgm:pt>
    <dgm:pt modelId="{E6E10B1D-4C6A-4834-9549-968ECE344334}" type="pres">
      <dgm:prSet presAssocID="{0D5336AB-2504-4845-A21C-BD48DCC2E399}" presName="tx1" presStyleLbl="revTx" presStyleIdx="1" presStyleCnt="8"/>
      <dgm:spPr/>
    </dgm:pt>
    <dgm:pt modelId="{168F0634-CAD8-4091-B89A-E06E857CB02F}" type="pres">
      <dgm:prSet presAssocID="{0D5336AB-2504-4845-A21C-BD48DCC2E399}" presName="vert1" presStyleCnt="0"/>
      <dgm:spPr/>
    </dgm:pt>
    <dgm:pt modelId="{38FBEF17-4D09-418A-A796-B6C68D9BB284}" type="pres">
      <dgm:prSet presAssocID="{2F9B9300-CE19-485B-A1A9-DC4D5A5E6BB2}" presName="thickLine" presStyleLbl="alignNode1" presStyleIdx="2" presStyleCnt="8"/>
      <dgm:spPr/>
    </dgm:pt>
    <dgm:pt modelId="{04785D7F-EAE9-48AD-B0FD-73DA86329D37}" type="pres">
      <dgm:prSet presAssocID="{2F9B9300-CE19-485B-A1A9-DC4D5A5E6BB2}" presName="horz1" presStyleCnt="0"/>
      <dgm:spPr/>
    </dgm:pt>
    <dgm:pt modelId="{4C0C270E-0F0A-4C88-90A2-BC29DDCA1954}" type="pres">
      <dgm:prSet presAssocID="{2F9B9300-CE19-485B-A1A9-DC4D5A5E6BB2}" presName="tx1" presStyleLbl="revTx" presStyleIdx="2" presStyleCnt="8"/>
      <dgm:spPr/>
    </dgm:pt>
    <dgm:pt modelId="{A0F7A88F-9A1D-49DB-B659-08A0FFD65DFB}" type="pres">
      <dgm:prSet presAssocID="{2F9B9300-CE19-485B-A1A9-DC4D5A5E6BB2}" presName="vert1" presStyleCnt="0"/>
      <dgm:spPr/>
    </dgm:pt>
    <dgm:pt modelId="{3E0B0215-BB9E-4979-B45B-E7A7B9467777}" type="pres">
      <dgm:prSet presAssocID="{C046725D-3298-4DCB-ACCA-B70E07673726}" presName="thickLine" presStyleLbl="alignNode1" presStyleIdx="3" presStyleCnt="8"/>
      <dgm:spPr/>
    </dgm:pt>
    <dgm:pt modelId="{583D7A58-0362-4301-84B2-B803B913B10B}" type="pres">
      <dgm:prSet presAssocID="{C046725D-3298-4DCB-ACCA-B70E07673726}" presName="horz1" presStyleCnt="0"/>
      <dgm:spPr/>
    </dgm:pt>
    <dgm:pt modelId="{E407379A-7597-4F8A-A70A-0217AAF13B52}" type="pres">
      <dgm:prSet presAssocID="{C046725D-3298-4DCB-ACCA-B70E07673726}" presName="tx1" presStyleLbl="revTx" presStyleIdx="3" presStyleCnt="8"/>
      <dgm:spPr/>
    </dgm:pt>
    <dgm:pt modelId="{978E98D3-CA3D-4683-B987-225EDF24F20D}" type="pres">
      <dgm:prSet presAssocID="{C046725D-3298-4DCB-ACCA-B70E07673726}" presName="vert1" presStyleCnt="0"/>
      <dgm:spPr/>
    </dgm:pt>
    <dgm:pt modelId="{A3028DE3-18AB-4485-8C3A-C8A9ED2CC9AF}" type="pres">
      <dgm:prSet presAssocID="{E4147892-9DEF-438B-BC26-BDF088A84F9B}" presName="thickLine" presStyleLbl="alignNode1" presStyleIdx="4" presStyleCnt="8"/>
      <dgm:spPr/>
    </dgm:pt>
    <dgm:pt modelId="{C8881B83-4E70-4668-964C-E016DD53A079}" type="pres">
      <dgm:prSet presAssocID="{E4147892-9DEF-438B-BC26-BDF088A84F9B}" presName="horz1" presStyleCnt="0"/>
      <dgm:spPr/>
    </dgm:pt>
    <dgm:pt modelId="{B3AA5300-B142-45B0-BC64-50D9FFAC95BB}" type="pres">
      <dgm:prSet presAssocID="{E4147892-9DEF-438B-BC26-BDF088A84F9B}" presName="tx1" presStyleLbl="revTx" presStyleIdx="4" presStyleCnt="8"/>
      <dgm:spPr/>
    </dgm:pt>
    <dgm:pt modelId="{A2E17E3A-1045-40CB-8EE5-7D79CF3E31F3}" type="pres">
      <dgm:prSet presAssocID="{E4147892-9DEF-438B-BC26-BDF088A84F9B}" presName="vert1" presStyleCnt="0"/>
      <dgm:spPr/>
    </dgm:pt>
    <dgm:pt modelId="{D55E4BB2-2182-43EB-9D03-1BDBF6F313E9}" type="pres">
      <dgm:prSet presAssocID="{EAA6AB5D-999A-45E4-8905-697E4E7B0ABC}" presName="thickLine" presStyleLbl="alignNode1" presStyleIdx="5" presStyleCnt="8"/>
      <dgm:spPr/>
    </dgm:pt>
    <dgm:pt modelId="{D19C3307-C4EA-40DD-BD0B-74765599B54E}" type="pres">
      <dgm:prSet presAssocID="{EAA6AB5D-999A-45E4-8905-697E4E7B0ABC}" presName="horz1" presStyleCnt="0"/>
      <dgm:spPr/>
    </dgm:pt>
    <dgm:pt modelId="{E0B4AB1D-09D3-4BC3-9D02-82FDEF7168AA}" type="pres">
      <dgm:prSet presAssocID="{EAA6AB5D-999A-45E4-8905-697E4E7B0ABC}" presName="tx1" presStyleLbl="revTx" presStyleIdx="5" presStyleCnt="8"/>
      <dgm:spPr/>
    </dgm:pt>
    <dgm:pt modelId="{68093741-69F9-45F7-BE31-26E251D5BD7B}" type="pres">
      <dgm:prSet presAssocID="{EAA6AB5D-999A-45E4-8905-697E4E7B0ABC}" presName="vert1" presStyleCnt="0"/>
      <dgm:spPr/>
    </dgm:pt>
    <dgm:pt modelId="{099C821A-B4D1-4D59-BA6E-FBBB87BD9FB2}" type="pres">
      <dgm:prSet presAssocID="{5B3CF6F4-7E90-4CF1-8A42-643A491B2C96}" presName="thickLine" presStyleLbl="alignNode1" presStyleIdx="6" presStyleCnt="8"/>
      <dgm:spPr/>
    </dgm:pt>
    <dgm:pt modelId="{36C9E4EE-C482-434F-8B82-88BA95B1A84A}" type="pres">
      <dgm:prSet presAssocID="{5B3CF6F4-7E90-4CF1-8A42-643A491B2C96}" presName="horz1" presStyleCnt="0"/>
      <dgm:spPr/>
    </dgm:pt>
    <dgm:pt modelId="{E4E11684-BD94-45E3-BC18-247AF18B237A}" type="pres">
      <dgm:prSet presAssocID="{5B3CF6F4-7E90-4CF1-8A42-643A491B2C96}" presName="tx1" presStyleLbl="revTx" presStyleIdx="6" presStyleCnt="8"/>
      <dgm:spPr/>
    </dgm:pt>
    <dgm:pt modelId="{47FAE8CC-D9A8-4FFA-A9BB-D3AAF3490B91}" type="pres">
      <dgm:prSet presAssocID="{5B3CF6F4-7E90-4CF1-8A42-643A491B2C96}" presName="vert1" presStyleCnt="0"/>
      <dgm:spPr/>
    </dgm:pt>
    <dgm:pt modelId="{FBFB1361-BD2B-4F0B-8AC2-E8E0C55A29BE}" type="pres">
      <dgm:prSet presAssocID="{7239FE61-E1A0-4DFB-8F37-07523BF77C06}" presName="thickLine" presStyleLbl="alignNode1" presStyleIdx="7" presStyleCnt="8"/>
      <dgm:spPr/>
    </dgm:pt>
    <dgm:pt modelId="{5F0C923A-52E3-4833-AE45-56B973E87D1D}" type="pres">
      <dgm:prSet presAssocID="{7239FE61-E1A0-4DFB-8F37-07523BF77C06}" presName="horz1" presStyleCnt="0"/>
      <dgm:spPr/>
    </dgm:pt>
    <dgm:pt modelId="{3C57C1A9-B925-4B59-82DF-CD5221AA9CC2}" type="pres">
      <dgm:prSet presAssocID="{7239FE61-E1A0-4DFB-8F37-07523BF77C06}" presName="tx1" presStyleLbl="revTx" presStyleIdx="7" presStyleCnt="8"/>
      <dgm:spPr/>
    </dgm:pt>
    <dgm:pt modelId="{0AF447EF-C24D-49EB-9FCE-7738637C4D15}" type="pres">
      <dgm:prSet presAssocID="{7239FE61-E1A0-4DFB-8F37-07523BF77C06}" presName="vert1" presStyleCnt="0"/>
      <dgm:spPr/>
    </dgm:pt>
  </dgm:ptLst>
  <dgm:cxnLst>
    <dgm:cxn modelId="{40F3ED2D-48C1-44EE-A97D-5348C06F1270}" type="presOf" srcId="{0D5336AB-2504-4845-A21C-BD48DCC2E399}" destId="{E6E10B1D-4C6A-4834-9549-968ECE344334}" srcOrd="0" destOrd="0" presId="urn:microsoft.com/office/officeart/2008/layout/LinedList"/>
    <dgm:cxn modelId="{A401EB35-F71E-413A-9D21-BB0AEF0A010A}" srcId="{1CDA7F51-2127-4923-8634-CC45B2C80E9B}" destId="{A745A27E-5C47-41C5-8852-27D47E17CDC1}" srcOrd="0" destOrd="0" parTransId="{6139198C-ADBC-4791-A010-B87E8FE45C2E}" sibTransId="{2565C5F4-8150-4004-9512-C86A7EB8CDC1}"/>
    <dgm:cxn modelId="{1056D13C-C39F-45D8-9769-44C9FBC0BB02}" srcId="{1CDA7F51-2127-4923-8634-CC45B2C80E9B}" destId="{EAA6AB5D-999A-45E4-8905-697E4E7B0ABC}" srcOrd="5" destOrd="0" parTransId="{1301F1E9-06DF-4B23-93AD-A3E2997A19B7}" sibTransId="{927B31C3-02E5-4330-96EB-ED6385E2A346}"/>
    <dgm:cxn modelId="{D4151B4E-65DD-44F6-8606-FE09DF772874}" srcId="{1CDA7F51-2127-4923-8634-CC45B2C80E9B}" destId="{5B3CF6F4-7E90-4CF1-8A42-643A491B2C96}" srcOrd="6" destOrd="0" parTransId="{6B53B09D-496F-4A9F-BA77-02109AA4952D}" sibTransId="{1EC745E2-5DDC-4A14-A541-CFC8DA7BFB8A}"/>
    <dgm:cxn modelId="{633EE884-A162-4842-869E-43BB297D4825}" type="presOf" srcId="{5B3CF6F4-7E90-4CF1-8A42-643A491B2C96}" destId="{E4E11684-BD94-45E3-BC18-247AF18B237A}" srcOrd="0" destOrd="0" presId="urn:microsoft.com/office/officeart/2008/layout/LinedList"/>
    <dgm:cxn modelId="{9B3E1596-608E-454B-9A46-38C83FB70443}" type="presOf" srcId="{7239FE61-E1A0-4DFB-8F37-07523BF77C06}" destId="{3C57C1A9-B925-4B59-82DF-CD5221AA9CC2}" srcOrd="0" destOrd="0" presId="urn:microsoft.com/office/officeart/2008/layout/LinedList"/>
    <dgm:cxn modelId="{E768D19A-97E3-4AE8-B4E5-944AB596294E}" srcId="{1CDA7F51-2127-4923-8634-CC45B2C80E9B}" destId="{2F9B9300-CE19-485B-A1A9-DC4D5A5E6BB2}" srcOrd="2" destOrd="0" parTransId="{94470968-34EE-4E29-BD2A-781453E4C82B}" sibTransId="{C045653D-1CF7-4185-99AD-E76B7A9E4CBE}"/>
    <dgm:cxn modelId="{BB2BEAAB-7DAD-4CD8-9C73-47A5988A3D3C}" srcId="{1CDA7F51-2127-4923-8634-CC45B2C80E9B}" destId="{C046725D-3298-4DCB-ACCA-B70E07673726}" srcOrd="3" destOrd="0" parTransId="{E1D08866-A2D1-4005-8D1D-55DA60B11CD7}" sibTransId="{95EF247A-DD68-4857-82CC-4D0A031AE4D3}"/>
    <dgm:cxn modelId="{5B8EECAE-C304-4085-B754-F4B73124EF91}" srcId="{1CDA7F51-2127-4923-8634-CC45B2C80E9B}" destId="{0D5336AB-2504-4845-A21C-BD48DCC2E399}" srcOrd="1" destOrd="0" parTransId="{D9C51BA7-5068-425D-90C6-AED41A84A7FB}" sibTransId="{C10F466A-0B3E-41E7-975E-88288A2F817B}"/>
    <dgm:cxn modelId="{993724AF-07E5-44F0-819B-C871E7E4B679}" type="presOf" srcId="{C046725D-3298-4DCB-ACCA-B70E07673726}" destId="{E407379A-7597-4F8A-A70A-0217AAF13B52}" srcOrd="0" destOrd="0" presId="urn:microsoft.com/office/officeart/2008/layout/LinedList"/>
    <dgm:cxn modelId="{C6E6CFB5-3244-464E-91B1-3B7407D41C1E}" type="presOf" srcId="{A745A27E-5C47-41C5-8852-27D47E17CDC1}" destId="{FF4BBBE6-0F18-4501-8295-CFA1184CFE73}" srcOrd="0" destOrd="0" presId="urn:microsoft.com/office/officeart/2008/layout/LinedList"/>
    <dgm:cxn modelId="{C6BF45B6-6648-44F3-8A10-399919FB2DD2}" type="presOf" srcId="{E4147892-9DEF-438B-BC26-BDF088A84F9B}" destId="{B3AA5300-B142-45B0-BC64-50D9FFAC95BB}" srcOrd="0" destOrd="0" presId="urn:microsoft.com/office/officeart/2008/layout/LinedList"/>
    <dgm:cxn modelId="{C07B3BB8-01A3-43FD-9EA5-F7B1648935CB}" srcId="{1CDA7F51-2127-4923-8634-CC45B2C80E9B}" destId="{E4147892-9DEF-438B-BC26-BDF088A84F9B}" srcOrd="4" destOrd="0" parTransId="{31946808-E4C9-4EB4-A4EF-3D74478A1B52}" sibTransId="{975206D4-88C3-4174-BBF8-D6771736CE15}"/>
    <dgm:cxn modelId="{D84C35D0-3C35-40C6-99C8-53B5EF852AAA}" type="presOf" srcId="{EAA6AB5D-999A-45E4-8905-697E4E7B0ABC}" destId="{E0B4AB1D-09D3-4BC3-9D02-82FDEF7168AA}" srcOrd="0" destOrd="0" presId="urn:microsoft.com/office/officeart/2008/layout/LinedList"/>
    <dgm:cxn modelId="{E60389D3-F52D-45EF-A22A-C9E230C8A7AB}" type="presOf" srcId="{1CDA7F51-2127-4923-8634-CC45B2C80E9B}" destId="{98650338-6888-48AF-B9DD-0BC145A2DF56}" srcOrd="0" destOrd="0" presId="urn:microsoft.com/office/officeart/2008/layout/LinedList"/>
    <dgm:cxn modelId="{8D2460D5-24FE-4547-A098-440FFBFAEDDF}" srcId="{1CDA7F51-2127-4923-8634-CC45B2C80E9B}" destId="{7239FE61-E1A0-4DFB-8F37-07523BF77C06}" srcOrd="7" destOrd="0" parTransId="{3EC69E40-501C-4D5F-A0BD-2A9106B2822E}" sibTransId="{CE9FF9A6-8360-4195-B051-88DA8A92E5F1}"/>
    <dgm:cxn modelId="{20513BF6-CA9D-4155-A958-EC98D0B030FE}" type="presOf" srcId="{2F9B9300-CE19-485B-A1A9-DC4D5A5E6BB2}" destId="{4C0C270E-0F0A-4C88-90A2-BC29DDCA1954}" srcOrd="0" destOrd="0" presId="urn:microsoft.com/office/officeart/2008/layout/LinedList"/>
    <dgm:cxn modelId="{E2996CB7-0CEF-4216-AA09-CAFD8CF64C97}" type="presParOf" srcId="{98650338-6888-48AF-B9DD-0BC145A2DF56}" destId="{F48D95A0-E812-41E4-9FA1-AE5A9D526DE2}" srcOrd="0" destOrd="0" presId="urn:microsoft.com/office/officeart/2008/layout/LinedList"/>
    <dgm:cxn modelId="{8101E9C2-11F2-427C-A105-579306ABE0BD}" type="presParOf" srcId="{98650338-6888-48AF-B9DD-0BC145A2DF56}" destId="{9DE74BF2-A8EB-4E67-9044-10F9101D388E}" srcOrd="1" destOrd="0" presId="urn:microsoft.com/office/officeart/2008/layout/LinedList"/>
    <dgm:cxn modelId="{30351D0E-DF21-4230-9FF3-6E1C546E5504}" type="presParOf" srcId="{9DE74BF2-A8EB-4E67-9044-10F9101D388E}" destId="{FF4BBBE6-0F18-4501-8295-CFA1184CFE73}" srcOrd="0" destOrd="0" presId="urn:microsoft.com/office/officeart/2008/layout/LinedList"/>
    <dgm:cxn modelId="{1BCFC4B0-BD14-461F-AFD7-43FD013238DA}" type="presParOf" srcId="{9DE74BF2-A8EB-4E67-9044-10F9101D388E}" destId="{AFD7AD43-03E2-417E-8D8E-395D98A2F5AD}" srcOrd="1" destOrd="0" presId="urn:microsoft.com/office/officeart/2008/layout/LinedList"/>
    <dgm:cxn modelId="{A6CDCA55-F959-4B50-A3F9-CCA88312ADE6}" type="presParOf" srcId="{98650338-6888-48AF-B9DD-0BC145A2DF56}" destId="{E37D7CEB-9B0B-424A-8975-872B60DB4C07}" srcOrd="2" destOrd="0" presId="urn:microsoft.com/office/officeart/2008/layout/LinedList"/>
    <dgm:cxn modelId="{7B196E83-6BB3-4733-928D-F20D9F47FD27}" type="presParOf" srcId="{98650338-6888-48AF-B9DD-0BC145A2DF56}" destId="{C6446977-39E4-415C-8E5E-F02D34434A14}" srcOrd="3" destOrd="0" presId="urn:microsoft.com/office/officeart/2008/layout/LinedList"/>
    <dgm:cxn modelId="{EF40FD2D-72F3-4E33-B87B-409F6128ADAE}" type="presParOf" srcId="{C6446977-39E4-415C-8E5E-F02D34434A14}" destId="{E6E10B1D-4C6A-4834-9549-968ECE344334}" srcOrd="0" destOrd="0" presId="urn:microsoft.com/office/officeart/2008/layout/LinedList"/>
    <dgm:cxn modelId="{5E5D822A-7774-4619-BF44-D6C6C0C53479}" type="presParOf" srcId="{C6446977-39E4-415C-8E5E-F02D34434A14}" destId="{168F0634-CAD8-4091-B89A-E06E857CB02F}" srcOrd="1" destOrd="0" presId="urn:microsoft.com/office/officeart/2008/layout/LinedList"/>
    <dgm:cxn modelId="{2612BE53-2A38-49B7-9361-03AB8ADCE0A9}" type="presParOf" srcId="{98650338-6888-48AF-B9DD-0BC145A2DF56}" destId="{38FBEF17-4D09-418A-A796-B6C68D9BB284}" srcOrd="4" destOrd="0" presId="urn:microsoft.com/office/officeart/2008/layout/LinedList"/>
    <dgm:cxn modelId="{0D75BA4B-DB99-4034-9D9F-E2F1B4EE891D}" type="presParOf" srcId="{98650338-6888-48AF-B9DD-0BC145A2DF56}" destId="{04785D7F-EAE9-48AD-B0FD-73DA86329D37}" srcOrd="5" destOrd="0" presId="urn:microsoft.com/office/officeart/2008/layout/LinedList"/>
    <dgm:cxn modelId="{E49E0700-4EF2-48D1-93B2-F86A22022F9E}" type="presParOf" srcId="{04785D7F-EAE9-48AD-B0FD-73DA86329D37}" destId="{4C0C270E-0F0A-4C88-90A2-BC29DDCA1954}" srcOrd="0" destOrd="0" presId="urn:microsoft.com/office/officeart/2008/layout/LinedList"/>
    <dgm:cxn modelId="{C3C4D84F-0743-47FA-901E-78DB3A7B2FC1}" type="presParOf" srcId="{04785D7F-EAE9-48AD-B0FD-73DA86329D37}" destId="{A0F7A88F-9A1D-49DB-B659-08A0FFD65DFB}" srcOrd="1" destOrd="0" presId="urn:microsoft.com/office/officeart/2008/layout/LinedList"/>
    <dgm:cxn modelId="{25AC03EB-61CA-413C-A586-7C4565CBD0E1}" type="presParOf" srcId="{98650338-6888-48AF-B9DD-0BC145A2DF56}" destId="{3E0B0215-BB9E-4979-B45B-E7A7B9467777}" srcOrd="6" destOrd="0" presId="urn:microsoft.com/office/officeart/2008/layout/LinedList"/>
    <dgm:cxn modelId="{4B95A41F-350B-4082-B109-37B9191BBF0C}" type="presParOf" srcId="{98650338-6888-48AF-B9DD-0BC145A2DF56}" destId="{583D7A58-0362-4301-84B2-B803B913B10B}" srcOrd="7" destOrd="0" presId="urn:microsoft.com/office/officeart/2008/layout/LinedList"/>
    <dgm:cxn modelId="{DA7C962C-EEE5-4AEF-A467-49A59C303979}" type="presParOf" srcId="{583D7A58-0362-4301-84B2-B803B913B10B}" destId="{E407379A-7597-4F8A-A70A-0217AAF13B52}" srcOrd="0" destOrd="0" presId="urn:microsoft.com/office/officeart/2008/layout/LinedList"/>
    <dgm:cxn modelId="{A6E5FB48-1CD2-494E-AAC3-5594F7092354}" type="presParOf" srcId="{583D7A58-0362-4301-84B2-B803B913B10B}" destId="{978E98D3-CA3D-4683-B987-225EDF24F20D}" srcOrd="1" destOrd="0" presId="urn:microsoft.com/office/officeart/2008/layout/LinedList"/>
    <dgm:cxn modelId="{F3B0E97D-F53A-464C-B4FE-60CD07EE41CE}" type="presParOf" srcId="{98650338-6888-48AF-B9DD-0BC145A2DF56}" destId="{A3028DE3-18AB-4485-8C3A-C8A9ED2CC9AF}" srcOrd="8" destOrd="0" presId="urn:microsoft.com/office/officeart/2008/layout/LinedList"/>
    <dgm:cxn modelId="{F6A04D33-916D-4E3B-85D4-FBFCB646AAA8}" type="presParOf" srcId="{98650338-6888-48AF-B9DD-0BC145A2DF56}" destId="{C8881B83-4E70-4668-964C-E016DD53A079}" srcOrd="9" destOrd="0" presId="urn:microsoft.com/office/officeart/2008/layout/LinedList"/>
    <dgm:cxn modelId="{3F5C85CB-A4C8-47DC-8240-190E9F42C2AA}" type="presParOf" srcId="{C8881B83-4E70-4668-964C-E016DD53A079}" destId="{B3AA5300-B142-45B0-BC64-50D9FFAC95BB}" srcOrd="0" destOrd="0" presId="urn:microsoft.com/office/officeart/2008/layout/LinedList"/>
    <dgm:cxn modelId="{AA03F4C5-0FBE-44D8-BD08-8B3E72827328}" type="presParOf" srcId="{C8881B83-4E70-4668-964C-E016DD53A079}" destId="{A2E17E3A-1045-40CB-8EE5-7D79CF3E31F3}" srcOrd="1" destOrd="0" presId="urn:microsoft.com/office/officeart/2008/layout/LinedList"/>
    <dgm:cxn modelId="{0FD964AF-A3E9-44A2-98F1-61803D56E9BC}" type="presParOf" srcId="{98650338-6888-48AF-B9DD-0BC145A2DF56}" destId="{D55E4BB2-2182-43EB-9D03-1BDBF6F313E9}" srcOrd="10" destOrd="0" presId="urn:microsoft.com/office/officeart/2008/layout/LinedList"/>
    <dgm:cxn modelId="{41CEE60E-231A-4439-BA07-3F505BED1E33}" type="presParOf" srcId="{98650338-6888-48AF-B9DD-0BC145A2DF56}" destId="{D19C3307-C4EA-40DD-BD0B-74765599B54E}" srcOrd="11" destOrd="0" presId="urn:microsoft.com/office/officeart/2008/layout/LinedList"/>
    <dgm:cxn modelId="{DFA9ED0D-803F-4CBB-8896-FA55056058C1}" type="presParOf" srcId="{D19C3307-C4EA-40DD-BD0B-74765599B54E}" destId="{E0B4AB1D-09D3-4BC3-9D02-82FDEF7168AA}" srcOrd="0" destOrd="0" presId="urn:microsoft.com/office/officeart/2008/layout/LinedList"/>
    <dgm:cxn modelId="{E6876021-CF87-4688-8B4F-EC78FDC5100B}" type="presParOf" srcId="{D19C3307-C4EA-40DD-BD0B-74765599B54E}" destId="{68093741-69F9-45F7-BE31-26E251D5BD7B}" srcOrd="1" destOrd="0" presId="urn:microsoft.com/office/officeart/2008/layout/LinedList"/>
    <dgm:cxn modelId="{FAD69705-E6E6-4062-9C8D-984C7FE5D22E}" type="presParOf" srcId="{98650338-6888-48AF-B9DD-0BC145A2DF56}" destId="{099C821A-B4D1-4D59-BA6E-FBBB87BD9FB2}" srcOrd="12" destOrd="0" presId="urn:microsoft.com/office/officeart/2008/layout/LinedList"/>
    <dgm:cxn modelId="{2EC0D5B4-DCCF-4776-BD84-60A2B8249193}" type="presParOf" srcId="{98650338-6888-48AF-B9DD-0BC145A2DF56}" destId="{36C9E4EE-C482-434F-8B82-88BA95B1A84A}" srcOrd="13" destOrd="0" presId="urn:microsoft.com/office/officeart/2008/layout/LinedList"/>
    <dgm:cxn modelId="{22336333-CEFD-4CDC-B893-8D9862707E4E}" type="presParOf" srcId="{36C9E4EE-C482-434F-8B82-88BA95B1A84A}" destId="{E4E11684-BD94-45E3-BC18-247AF18B237A}" srcOrd="0" destOrd="0" presId="urn:microsoft.com/office/officeart/2008/layout/LinedList"/>
    <dgm:cxn modelId="{A263BBD9-786B-472B-BFCE-8708B75596A2}" type="presParOf" srcId="{36C9E4EE-C482-434F-8B82-88BA95B1A84A}" destId="{47FAE8CC-D9A8-4FFA-A9BB-D3AAF3490B91}" srcOrd="1" destOrd="0" presId="urn:microsoft.com/office/officeart/2008/layout/LinedList"/>
    <dgm:cxn modelId="{2A4EF997-67B9-4EF4-A5F3-883AB6DA30EB}" type="presParOf" srcId="{98650338-6888-48AF-B9DD-0BC145A2DF56}" destId="{FBFB1361-BD2B-4F0B-8AC2-E8E0C55A29BE}" srcOrd="14" destOrd="0" presId="urn:microsoft.com/office/officeart/2008/layout/LinedList"/>
    <dgm:cxn modelId="{6DF00A6D-40B1-4BDF-9098-D989B75767D2}" type="presParOf" srcId="{98650338-6888-48AF-B9DD-0BC145A2DF56}" destId="{5F0C923A-52E3-4833-AE45-56B973E87D1D}" srcOrd="15" destOrd="0" presId="urn:microsoft.com/office/officeart/2008/layout/LinedList"/>
    <dgm:cxn modelId="{E3363CE6-9F6F-44EC-8F9D-5BDA09616A4F}" type="presParOf" srcId="{5F0C923A-52E3-4833-AE45-56B973E87D1D}" destId="{3C57C1A9-B925-4B59-82DF-CD5221AA9CC2}" srcOrd="0" destOrd="0" presId="urn:microsoft.com/office/officeart/2008/layout/LinedList"/>
    <dgm:cxn modelId="{FD8565E2-FD03-4C60-8D6F-E4ABDEBB61F7}" type="presParOf" srcId="{5F0C923A-52E3-4833-AE45-56B973E87D1D}" destId="{0AF447EF-C24D-49EB-9FCE-7738637C4D15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F25A6FA0-6122-46AB-A6B5-F7AF64967328}" type="doc">
      <dgm:prSet loTypeId="urn:microsoft.com/office/officeart/2005/8/layout/vList2" loCatId="list" qsTypeId="urn:microsoft.com/office/officeart/2005/8/quickstyle/simple4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8FE85CC1-2D85-49FA-8DBE-DC4CB0F70D20}">
      <dgm:prSet/>
      <dgm:spPr/>
      <dgm:t>
        <a:bodyPr/>
        <a:lstStyle/>
        <a:p>
          <a:r>
            <a:rPr lang="lt-LT"/>
            <a:t>Tai kondensuotas teiginys to, ką turiu pasakyti.</a:t>
          </a:r>
          <a:endParaRPr lang="en-US"/>
        </a:p>
      </dgm:t>
    </dgm:pt>
    <dgm:pt modelId="{22A24AFC-3270-44BF-B39A-AD965359B570}" type="parTrans" cxnId="{0C418AD6-33B5-4AB2-AA4A-19D3C61B3DA8}">
      <dgm:prSet/>
      <dgm:spPr/>
      <dgm:t>
        <a:bodyPr/>
        <a:lstStyle/>
        <a:p>
          <a:endParaRPr lang="en-US"/>
        </a:p>
      </dgm:t>
    </dgm:pt>
    <dgm:pt modelId="{8718AEAA-4F3D-4D73-90F3-0E9E73381D83}" type="sibTrans" cxnId="{0C418AD6-33B5-4AB2-AA4A-19D3C61B3DA8}">
      <dgm:prSet/>
      <dgm:spPr/>
      <dgm:t>
        <a:bodyPr/>
        <a:lstStyle/>
        <a:p>
          <a:endParaRPr lang="en-US"/>
        </a:p>
      </dgm:t>
    </dgm:pt>
    <dgm:pt modelId="{C9156819-A3AF-4D86-9B7D-64CF13AB5163}">
      <dgm:prSet/>
      <dgm:spPr/>
      <dgm:t>
        <a:bodyPr/>
        <a:lstStyle/>
        <a:p>
          <a:r>
            <a:rPr lang="lt-LT"/>
            <a:t>Pagrindinė mintis yra tai, kas būtinai turi likti klausytojų atmintyje po to, kai jie užmirš visas detales.</a:t>
          </a:r>
          <a:endParaRPr lang="en-US"/>
        </a:p>
      </dgm:t>
    </dgm:pt>
    <dgm:pt modelId="{51865F5C-A223-4A60-AE34-6261E9648559}" type="parTrans" cxnId="{C43BC3E5-DE3A-4AB1-B799-CF9D2DB3FE19}">
      <dgm:prSet/>
      <dgm:spPr/>
      <dgm:t>
        <a:bodyPr/>
        <a:lstStyle/>
        <a:p>
          <a:endParaRPr lang="en-US"/>
        </a:p>
      </dgm:t>
    </dgm:pt>
    <dgm:pt modelId="{27BBD329-F6DC-40AC-BBCA-F6C4B67FF330}" type="sibTrans" cxnId="{C43BC3E5-DE3A-4AB1-B799-CF9D2DB3FE19}">
      <dgm:prSet/>
      <dgm:spPr/>
      <dgm:t>
        <a:bodyPr/>
        <a:lstStyle/>
        <a:p>
          <a:endParaRPr lang="en-US"/>
        </a:p>
      </dgm:t>
    </dgm:pt>
    <dgm:pt modelId="{61E13616-E72F-4B81-9812-30BD84290FB0}" type="pres">
      <dgm:prSet presAssocID="{F25A6FA0-6122-46AB-A6B5-F7AF64967328}" presName="linear" presStyleCnt="0">
        <dgm:presLayoutVars>
          <dgm:animLvl val="lvl"/>
          <dgm:resizeHandles val="exact"/>
        </dgm:presLayoutVars>
      </dgm:prSet>
      <dgm:spPr/>
    </dgm:pt>
    <dgm:pt modelId="{D906E0F4-8609-422A-AB10-574B55FD6B69}" type="pres">
      <dgm:prSet presAssocID="{8FE85CC1-2D85-49FA-8DBE-DC4CB0F70D20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FD020D7B-E547-4148-892D-AB5BFF75DACD}" type="pres">
      <dgm:prSet presAssocID="{8718AEAA-4F3D-4D73-90F3-0E9E73381D83}" presName="spacer" presStyleCnt="0"/>
      <dgm:spPr/>
    </dgm:pt>
    <dgm:pt modelId="{7C9C8CC5-D2EC-447B-8640-30189133FC51}" type="pres">
      <dgm:prSet presAssocID="{C9156819-A3AF-4D86-9B7D-64CF13AB5163}" presName="parentText" presStyleLbl="node1" presStyleIdx="1" presStyleCnt="2">
        <dgm:presLayoutVars>
          <dgm:chMax val="0"/>
          <dgm:bulletEnabled val="1"/>
        </dgm:presLayoutVars>
      </dgm:prSet>
      <dgm:spPr/>
    </dgm:pt>
  </dgm:ptLst>
  <dgm:cxnLst>
    <dgm:cxn modelId="{269A0105-33F5-4DA4-8898-FBA4D8924F3F}" type="presOf" srcId="{F25A6FA0-6122-46AB-A6B5-F7AF64967328}" destId="{61E13616-E72F-4B81-9812-30BD84290FB0}" srcOrd="0" destOrd="0" presId="urn:microsoft.com/office/officeart/2005/8/layout/vList2"/>
    <dgm:cxn modelId="{93D34506-2BD2-4076-8EDE-480A2D036A43}" type="presOf" srcId="{C9156819-A3AF-4D86-9B7D-64CF13AB5163}" destId="{7C9C8CC5-D2EC-447B-8640-30189133FC51}" srcOrd="0" destOrd="0" presId="urn:microsoft.com/office/officeart/2005/8/layout/vList2"/>
    <dgm:cxn modelId="{9C04E78A-62F1-4182-B4D1-C3561917C55B}" type="presOf" srcId="{8FE85CC1-2D85-49FA-8DBE-DC4CB0F70D20}" destId="{D906E0F4-8609-422A-AB10-574B55FD6B69}" srcOrd="0" destOrd="0" presId="urn:microsoft.com/office/officeart/2005/8/layout/vList2"/>
    <dgm:cxn modelId="{0C418AD6-33B5-4AB2-AA4A-19D3C61B3DA8}" srcId="{F25A6FA0-6122-46AB-A6B5-F7AF64967328}" destId="{8FE85CC1-2D85-49FA-8DBE-DC4CB0F70D20}" srcOrd="0" destOrd="0" parTransId="{22A24AFC-3270-44BF-B39A-AD965359B570}" sibTransId="{8718AEAA-4F3D-4D73-90F3-0E9E73381D83}"/>
    <dgm:cxn modelId="{C43BC3E5-DE3A-4AB1-B799-CF9D2DB3FE19}" srcId="{F25A6FA0-6122-46AB-A6B5-F7AF64967328}" destId="{C9156819-A3AF-4D86-9B7D-64CF13AB5163}" srcOrd="1" destOrd="0" parTransId="{51865F5C-A223-4A60-AE34-6261E9648559}" sibTransId="{27BBD329-F6DC-40AC-BBCA-F6C4B67FF330}"/>
    <dgm:cxn modelId="{26589F13-DD45-43EB-B2AA-98BF7F521C04}" type="presParOf" srcId="{61E13616-E72F-4B81-9812-30BD84290FB0}" destId="{D906E0F4-8609-422A-AB10-574B55FD6B69}" srcOrd="0" destOrd="0" presId="urn:microsoft.com/office/officeart/2005/8/layout/vList2"/>
    <dgm:cxn modelId="{53FA99D0-A634-47AB-AA23-5D574AD6E774}" type="presParOf" srcId="{61E13616-E72F-4B81-9812-30BD84290FB0}" destId="{FD020D7B-E547-4148-892D-AB5BFF75DACD}" srcOrd="1" destOrd="0" presId="urn:microsoft.com/office/officeart/2005/8/layout/vList2"/>
    <dgm:cxn modelId="{248B8536-A9B3-49D5-BBD0-A7DAC4F6D861}" type="presParOf" srcId="{61E13616-E72F-4B81-9812-30BD84290FB0}" destId="{7C9C8CC5-D2EC-447B-8640-30189133FC51}" srcOrd="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0BAE526-D49F-42FA-9F04-102AD78A33AC}">
      <dsp:nvSpPr>
        <dsp:cNvPr id="0" name=""/>
        <dsp:cNvSpPr/>
      </dsp:nvSpPr>
      <dsp:spPr>
        <a:xfrm>
          <a:off x="0" y="0"/>
          <a:ext cx="7012370" cy="0"/>
        </a:xfrm>
        <a:prstGeom prst="line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98000"/>
                <a:lumMod val="110000"/>
              </a:schemeClr>
            </a:gs>
            <a:gs pos="84000">
              <a:schemeClr val="accent2">
                <a:hueOff val="0"/>
                <a:satOff val="0"/>
                <a:lumOff val="0"/>
                <a:alphaOff val="0"/>
                <a:shade val="90000"/>
                <a:lumMod val="88000"/>
              </a:schemeClr>
            </a:gs>
          </a:gsLst>
          <a:lin ang="5400000" scaled="0"/>
        </a:gradFill>
        <a:ln w="12700" cap="rnd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38100" dist="25400" dir="5400000" rotWithShape="0">
            <a:srgbClr val="000000">
              <a:alpha val="5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FAC6876B-8D76-410F-9195-E6A08D5869DC}">
      <dsp:nvSpPr>
        <dsp:cNvPr id="0" name=""/>
        <dsp:cNvSpPr/>
      </dsp:nvSpPr>
      <dsp:spPr>
        <a:xfrm>
          <a:off x="0" y="0"/>
          <a:ext cx="1402474" cy="470913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41910" rIns="41910" bIns="41910" numCol="1" spcCol="1270" anchor="t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lt-LT" sz="1100" kern="1200"/>
            <a:t>Kai tema aiški, reikia numatyti kalbos intencija (lot. Intentio – ketinimas, veiklos motyvas,  sumanymas). Ko siekiu: </a:t>
          </a:r>
          <a:endParaRPr lang="en-US" sz="1100" kern="1200"/>
        </a:p>
      </dsp:txBody>
      <dsp:txXfrm>
        <a:off x="0" y="0"/>
        <a:ext cx="1402474" cy="4709131"/>
      </dsp:txXfrm>
    </dsp:sp>
    <dsp:sp modelId="{B1465AAF-C97F-4273-BE55-568421AA2D58}">
      <dsp:nvSpPr>
        <dsp:cNvPr id="0" name=""/>
        <dsp:cNvSpPr/>
      </dsp:nvSpPr>
      <dsp:spPr>
        <a:xfrm>
          <a:off x="1507659" y="55357"/>
          <a:ext cx="5504710" cy="110715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4310" tIns="194310" rIns="194310" bIns="194310" numCol="1" spcCol="1270" anchor="t" anchorCtr="0">
          <a:noAutofit/>
        </a:bodyPr>
        <a:lstStyle/>
        <a:p>
          <a:pPr marL="0" lvl="0" indent="0" algn="l" defTabSz="2266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lt-LT" sz="5100" kern="1200"/>
            <a:t>Informuoti</a:t>
          </a:r>
          <a:endParaRPr lang="en-US" sz="5100" kern="1200"/>
        </a:p>
      </dsp:txBody>
      <dsp:txXfrm>
        <a:off x="1507659" y="55357"/>
        <a:ext cx="5504710" cy="1107151"/>
      </dsp:txXfrm>
    </dsp:sp>
    <dsp:sp modelId="{6D743E65-7F8A-47B1-BF0C-6C623143C29D}">
      <dsp:nvSpPr>
        <dsp:cNvPr id="0" name=""/>
        <dsp:cNvSpPr/>
      </dsp:nvSpPr>
      <dsp:spPr>
        <a:xfrm>
          <a:off x="1402474" y="1162509"/>
          <a:ext cx="5609896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accent2">
              <a:tint val="5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/>
      </dsp:style>
    </dsp:sp>
    <dsp:sp modelId="{330DC8EA-958C-4056-B094-DE1BE2F7E206}">
      <dsp:nvSpPr>
        <dsp:cNvPr id="0" name=""/>
        <dsp:cNvSpPr/>
      </dsp:nvSpPr>
      <dsp:spPr>
        <a:xfrm>
          <a:off x="1507659" y="1217866"/>
          <a:ext cx="5504710" cy="110715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4310" tIns="194310" rIns="194310" bIns="194310" numCol="1" spcCol="1270" anchor="t" anchorCtr="0">
          <a:noAutofit/>
        </a:bodyPr>
        <a:lstStyle/>
        <a:p>
          <a:pPr marL="0" lvl="0" indent="0" algn="l" defTabSz="2266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lt-LT" sz="5100" kern="1200"/>
            <a:t>Įtikinti</a:t>
          </a:r>
          <a:endParaRPr lang="en-US" sz="5100" kern="1200"/>
        </a:p>
      </dsp:txBody>
      <dsp:txXfrm>
        <a:off x="1507659" y="1217866"/>
        <a:ext cx="5504710" cy="1107151"/>
      </dsp:txXfrm>
    </dsp:sp>
    <dsp:sp modelId="{7AD3E1A8-46E2-4C7A-9095-0D4A1B2AC0EE}">
      <dsp:nvSpPr>
        <dsp:cNvPr id="0" name=""/>
        <dsp:cNvSpPr/>
      </dsp:nvSpPr>
      <dsp:spPr>
        <a:xfrm>
          <a:off x="1402474" y="2325018"/>
          <a:ext cx="5609896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accent2">
              <a:tint val="5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/>
      </dsp:style>
    </dsp:sp>
    <dsp:sp modelId="{4F483AA0-02FB-44D2-A045-6CD5383EC01E}">
      <dsp:nvSpPr>
        <dsp:cNvPr id="0" name=""/>
        <dsp:cNvSpPr/>
      </dsp:nvSpPr>
      <dsp:spPr>
        <a:xfrm>
          <a:off x="1507659" y="2380376"/>
          <a:ext cx="5504710" cy="110715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4310" tIns="194310" rIns="194310" bIns="194310" numCol="1" spcCol="1270" anchor="t" anchorCtr="0">
          <a:noAutofit/>
        </a:bodyPr>
        <a:lstStyle/>
        <a:p>
          <a:pPr marL="0" lvl="0" indent="0" algn="l" defTabSz="2266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lt-LT" sz="5100" kern="1200"/>
            <a:t>Paskatinti veikti</a:t>
          </a:r>
          <a:endParaRPr lang="en-US" sz="5100" kern="1200"/>
        </a:p>
      </dsp:txBody>
      <dsp:txXfrm>
        <a:off x="1507659" y="2380376"/>
        <a:ext cx="5504710" cy="1107151"/>
      </dsp:txXfrm>
    </dsp:sp>
    <dsp:sp modelId="{3981D7A0-8D88-4FEB-ABB1-CE423FF41181}">
      <dsp:nvSpPr>
        <dsp:cNvPr id="0" name=""/>
        <dsp:cNvSpPr/>
      </dsp:nvSpPr>
      <dsp:spPr>
        <a:xfrm>
          <a:off x="1402474" y="3487527"/>
          <a:ext cx="5609896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accent2">
              <a:tint val="5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/>
      </dsp:style>
    </dsp:sp>
    <dsp:sp modelId="{E704FE63-6487-4521-BAA7-B9943603427B}">
      <dsp:nvSpPr>
        <dsp:cNvPr id="0" name=""/>
        <dsp:cNvSpPr/>
      </dsp:nvSpPr>
      <dsp:spPr>
        <a:xfrm>
          <a:off x="1507659" y="3542885"/>
          <a:ext cx="5504710" cy="110715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4310" tIns="194310" rIns="194310" bIns="194310" numCol="1" spcCol="1270" anchor="t" anchorCtr="0">
          <a:noAutofit/>
        </a:bodyPr>
        <a:lstStyle/>
        <a:p>
          <a:pPr marL="0" lvl="0" indent="0" algn="l" defTabSz="2266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lt-LT" sz="5100" kern="1200"/>
            <a:t>Sužadinti jausmus</a:t>
          </a:r>
          <a:endParaRPr lang="en-US" sz="5100" kern="1200"/>
        </a:p>
      </dsp:txBody>
      <dsp:txXfrm>
        <a:off x="1507659" y="3542885"/>
        <a:ext cx="5504710" cy="1107151"/>
      </dsp:txXfrm>
    </dsp:sp>
    <dsp:sp modelId="{B7D96599-9B01-4021-93E1-0781906D09D5}">
      <dsp:nvSpPr>
        <dsp:cNvPr id="0" name=""/>
        <dsp:cNvSpPr/>
      </dsp:nvSpPr>
      <dsp:spPr>
        <a:xfrm>
          <a:off x="1402474" y="4650036"/>
          <a:ext cx="5609896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accent2">
              <a:tint val="5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/>
      </dsp:style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2878FC4-B39B-486F-93E6-E3FB39C1F586}">
      <dsp:nvSpPr>
        <dsp:cNvPr id="0" name=""/>
        <dsp:cNvSpPr/>
      </dsp:nvSpPr>
      <dsp:spPr>
        <a:xfrm>
          <a:off x="0" y="40935"/>
          <a:ext cx="7012370" cy="1061775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98000"/>
                <a:lumMod val="110000"/>
              </a:schemeClr>
            </a:gs>
            <a:gs pos="84000">
              <a:schemeClr val="accent2">
                <a:hueOff val="0"/>
                <a:satOff val="0"/>
                <a:lumOff val="0"/>
                <a:alphaOff val="0"/>
                <a:shade val="90000"/>
                <a:lumMod val="88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5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67640" tIns="167640" rIns="167640" bIns="167640" numCol="1" spcCol="1270" anchor="ctr" anchorCtr="0">
          <a:noAutofit/>
        </a:bodyPr>
        <a:lstStyle/>
        <a:p>
          <a:pPr marL="0" lvl="0" indent="0" algn="l" defTabSz="1955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lt-LT" sz="4400" kern="1200"/>
            <a:t>Pranešimo tikslas</a:t>
          </a:r>
          <a:endParaRPr lang="en-US" sz="4400" kern="1200"/>
        </a:p>
      </dsp:txBody>
      <dsp:txXfrm>
        <a:off x="51832" y="92767"/>
        <a:ext cx="6908706" cy="958111"/>
      </dsp:txXfrm>
    </dsp:sp>
    <dsp:sp modelId="{4C2984AA-5647-44BC-AC65-77EE2F7BFBBB}">
      <dsp:nvSpPr>
        <dsp:cNvPr id="0" name=""/>
        <dsp:cNvSpPr/>
      </dsp:nvSpPr>
      <dsp:spPr>
        <a:xfrm>
          <a:off x="0" y="1229430"/>
          <a:ext cx="7012370" cy="1061775"/>
        </a:xfrm>
        <a:prstGeom prst="roundRect">
          <a:avLst/>
        </a:prstGeom>
        <a:gradFill rotWithShape="0">
          <a:gsLst>
            <a:gs pos="0">
              <a:schemeClr val="accent2">
                <a:hueOff val="397245"/>
                <a:satOff val="2304"/>
                <a:lumOff val="2288"/>
                <a:alphaOff val="0"/>
                <a:tint val="98000"/>
                <a:lumMod val="110000"/>
              </a:schemeClr>
            </a:gs>
            <a:gs pos="84000">
              <a:schemeClr val="accent2">
                <a:hueOff val="397245"/>
                <a:satOff val="2304"/>
                <a:lumOff val="2288"/>
                <a:alphaOff val="0"/>
                <a:shade val="90000"/>
                <a:lumMod val="88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5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67640" tIns="167640" rIns="167640" bIns="167640" numCol="1" spcCol="1270" anchor="ctr" anchorCtr="0">
          <a:noAutofit/>
        </a:bodyPr>
        <a:lstStyle/>
        <a:p>
          <a:pPr marL="0" lvl="0" indent="0" algn="l" defTabSz="1955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lt-LT" sz="4400" kern="1200"/>
            <a:t>Pagrindinė mintis</a:t>
          </a:r>
          <a:endParaRPr lang="en-US" sz="4400" kern="1200"/>
        </a:p>
      </dsp:txBody>
      <dsp:txXfrm>
        <a:off x="51832" y="1281262"/>
        <a:ext cx="6908706" cy="958111"/>
      </dsp:txXfrm>
    </dsp:sp>
    <dsp:sp modelId="{DEDFA826-CE9C-4BCD-927E-B119D9F955D3}">
      <dsp:nvSpPr>
        <dsp:cNvPr id="0" name=""/>
        <dsp:cNvSpPr/>
      </dsp:nvSpPr>
      <dsp:spPr>
        <a:xfrm>
          <a:off x="0" y="2417925"/>
          <a:ext cx="7012370" cy="1061775"/>
        </a:xfrm>
        <a:prstGeom prst="roundRect">
          <a:avLst/>
        </a:prstGeom>
        <a:gradFill rotWithShape="0">
          <a:gsLst>
            <a:gs pos="0">
              <a:schemeClr val="accent2">
                <a:hueOff val="794490"/>
                <a:satOff val="4609"/>
                <a:lumOff val="4576"/>
                <a:alphaOff val="0"/>
                <a:tint val="98000"/>
                <a:lumMod val="110000"/>
              </a:schemeClr>
            </a:gs>
            <a:gs pos="84000">
              <a:schemeClr val="accent2">
                <a:hueOff val="794490"/>
                <a:satOff val="4609"/>
                <a:lumOff val="4576"/>
                <a:alphaOff val="0"/>
                <a:shade val="90000"/>
                <a:lumMod val="88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5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67640" tIns="167640" rIns="167640" bIns="167640" numCol="1" spcCol="1270" anchor="ctr" anchorCtr="0">
          <a:noAutofit/>
        </a:bodyPr>
        <a:lstStyle/>
        <a:p>
          <a:pPr marL="0" lvl="0" indent="0" algn="l" defTabSz="1955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lt-LT" sz="4400" kern="1200"/>
            <a:t>Auditorija</a:t>
          </a:r>
          <a:endParaRPr lang="en-US" sz="4400" kern="1200"/>
        </a:p>
      </dsp:txBody>
      <dsp:txXfrm>
        <a:off x="51832" y="2469757"/>
        <a:ext cx="6908706" cy="958111"/>
      </dsp:txXfrm>
    </dsp:sp>
    <dsp:sp modelId="{CCD46C5F-6D8C-4662-B38D-E65A604D4293}">
      <dsp:nvSpPr>
        <dsp:cNvPr id="0" name=""/>
        <dsp:cNvSpPr/>
      </dsp:nvSpPr>
      <dsp:spPr>
        <a:xfrm>
          <a:off x="0" y="3606420"/>
          <a:ext cx="7012370" cy="1061775"/>
        </a:xfrm>
        <a:prstGeom prst="roundRect">
          <a:avLst/>
        </a:prstGeom>
        <a:gradFill rotWithShape="0">
          <a:gsLst>
            <a:gs pos="0">
              <a:schemeClr val="accent2">
                <a:hueOff val="1191735"/>
                <a:satOff val="6913"/>
                <a:lumOff val="6864"/>
                <a:alphaOff val="0"/>
                <a:tint val="98000"/>
                <a:lumMod val="110000"/>
              </a:schemeClr>
            </a:gs>
            <a:gs pos="84000">
              <a:schemeClr val="accent2">
                <a:hueOff val="1191735"/>
                <a:satOff val="6913"/>
                <a:lumOff val="6864"/>
                <a:alphaOff val="0"/>
                <a:shade val="90000"/>
                <a:lumMod val="88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5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67640" tIns="167640" rIns="167640" bIns="167640" numCol="1" spcCol="1270" anchor="ctr" anchorCtr="0">
          <a:noAutofit/>
        </a:bodyPr>
        <a:lstStyle/>
        <a:p>
          <a:pPr marL="0" lvl="0" indent="0" algn="l" defTabSz="1955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lt-LT" sz="4400" kern="1200"/>
            <a:t>Tonas</a:t>
          </a:r>
          <a:endParaRPr lang="en-US" sz="4400" kern="1200"/>
        </a:p>
      </dsp:txBody>
      <dsp:txXfrm>
        <a:off x="51832" y="3658252"/>
        <a:ext cx="6908706" cy="958111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48D95A0-E812-41E4-9FA1-AE5A9D526DE2}">
      <dsp:nvSpPr>
        <dsp:cNvPr id="0" name=""/>
        <dsp:cNvSpPr/>
      </dsp:nvSpPr>
      <dsp:spPr>
        <a:xfrm>
          <a:off x="0" y="0"/>
          <a:ext cx="7012370" cy="0"/>
        </a:xfrm>
        <a:prstGeom prst="line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tint val="98000"/>
                <a:lumMod val="110000"/>
              </a:schemeClr>
            </a:gs>
            <a:gs pos="84000">
              <a:schemeClr val="accent4">
                <a:hueOff val="0"/>
                <a:satOff val="0"/>
                <a:lumOff val="0"/>
                <a:alphaOff val="0"/>
                <a:shade val="90000"/>
                <a:lumMod val="88000"/>
              </a:schemeClr>
            </a:gs>
          </a:gsLst>
          <a:lin ang="5400000" scaled="0"/>
        </a:gradFill>
        <a:ln w="12700" cap="rnd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38100" dist="25400" dir="5400000" rotWithShape="0">
            <a:srgbClr val="000000">
              <a:alpha val="5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FF4BBBE6-0F18-4501-8295-CFA1184CFE73}">
      <dsp:nvSpPr>
        <dsp:cNvPr id="0" name=""/>
        <dsp:cNvSpPr/>
      </dsp:nvSpPr>
      <dsp:spPr>
        <a:xfrm>
          <a:off x="0" y="0"/>
          <a:ext cx="7012370" cy="58864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t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lt-LT" sz="1900" kern="1200"/>
            <a:t>Reikia gerai suprasti kokiu tikslu kalbėsiu.</a:t>
          </a:r>
          <a:endParaRPr lang="en-US" sz="1900" kern="1200"/>
        </a:p>
      </dsp:txBody>
      <dsp:txXfrm>
        <a:off x="0" y="0"/>
        <a:ext cx="7012370" cy="588641"/>
      </dsp:txXfrm>
    </dsp:sp>
    <dsp:sp modelId="{E37D7CEB-9B0B-424A-8975-872B60DB4C07}">
      <dsp:nvSpPr>
        <dsp:cNvPr id="0" name=""/>
        <dsp:cNvSpPr/>
      </dsp:nvSpPr>
      <dsp:spPr>
        <a:xfrm>
          <a:off x="0" y="588641"/>
          <a:ext cx="7012370" cy="0"/>
        </a:xfrm>
        <a:prstGeom prst="line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tint val="98000"/>
                <a:lumMod val="110000"/>
              </a:schemeClr>
            </a:gs>
            <a:gs pos="84000">
              <a:schemeClr val="accent4">
                <a:hueOff val="0"/>
                <a:satOff val="0"/>
                <a:lumOff val="0"/>
                <a:alphaOff val="0"/>
                <a:shade val="90000"/>
                <a:lumMod val="88000"/>
              </a:schemeClr>
            </a:gs>
          </a:gsLst>
          <a:lin ang="5400000" scaled="0"/>
        </a:gradFill>
        <a:ln w="12700" cap="rnd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38100" dist="25400" dir="5400000" rotWithShape="0">
            <a:srgbClr val="000000">
              <a:alpha val="5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E6E10B1D-4C6A-4834-9549-968ECE344334}">
      <dsp:nvSpPr>
        <dsp:cNvPr id="0" name=""/>
        <dsp:cNvSpPr/>
      </dsp:nvSpPr>
      <dsp:spPr>
        <a:xfrm>
          <a:off x="0" y="588641"/>
          <a:ext cx="7012370" cy="58864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t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lt-LT" sz="1900" kern="1200"/>
            <a:t>Gal man tereikia pateikti informaciją? Tikslas – informuoti.</a:t>
          </a:r>
          <a:endParaRPr lang="en-US" sz="1900" kern="1200"/>
        </a:p>
      </dsp:txBody>
      <dsp:txXfrm>
        <a:off x="0" y="588641"/>
        <a:ext cx="7012370" cy="588641"/>
      </dsp:txXfrm>
    </dsp:sp>
    <dsp:sp modelId="{38FBEF17-4D09-418A-A796-B6C68D9BB284}">
      <dsp:nvSpPr>
        <dsp:cNvPr id="0" name=""/>
        <dsp:cNvSpPr/>
      </dsp:nvSpPr>
      <dsp:spPr>
        <a:xfrm>
          <a:off x="0" y="1177282"/>
          <a:ext cx="7012370" cy="0"/>
        </a:xfrm>
        <a:prstGeom prst="line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tint val="98000"/>
                <a:lumMod val="110000"/>
              </a:schemeClr>
            </a:gs>
            <a:gs pos="84000">
              <a:schemeClr val="accent4">
                <a:hueOff val="0"/>
                <a:satOff val="0"/>
                <a:lumOff val="0"/>
                <a:alphaOff val="0"/>
                <a:shade val="90000"/>
                <a:lumMod val="88000"/>
              </a:schemeClr>
            </a:gs>
          </a:gsLst>
          <a:lin ang="5400000" scaled="0"/>
        </a:gradFill>
        <a:ln w="12700" cap="rnd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38100" dist="25400" dir="5400000" rotWithShape="0">
            <a:srgbClr val="000000">
              <a:alpha val="5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4C0C270E-0F0A-4C88-90A2-BC29DDCA1954}">
      <dsp:nvSpPr>
        <dsp:cNvPr id="0" name=""/>
        <dsp:cNvSpPr/>
      </dsp:nvSpPr>
      <dsp:spPr>
        <a:xfrm>
          <a:off x="0" y="1177282"/>
          <a:ext cx="7012370" cy="58864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t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lt-LT" sz="1900" kern="1200"/>
            <a:t>Gal išmokyti atlikti kurį nors darbą? </a:t>
          </a:r>
          <a:endParaRPr lang="en-US" sz="1900" kern="1200"/>
        </a:p>
      </dsp:txBody>
      <dsp:txXfrm>
        <a:off x="0" y="1177282"/>
        <a:ext cx="7012370" cy="588641"/>
      </dsp:txXfrm>
    </dsp:sp>
    <dsp:sp modelId="{3E0B0215-BB9E-4979-B45B-E7A7B9467777}">
      <dsp:nvSpPr>
        <dsp:cNvPr id="0" name=""/>
        <dsp:cNvSpPr/>
      </dsp:nvSpPr>
      <dsp:spPr>
        <a:xfrm>
          <a:off x="0" y="1765924"/>
          <a:ext cx="7012370" cy="0"/>
        </a:xfrm>
        <a:prstGeom prst="line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tint val="98000"/>
                <a:lumMod val="110000"/>
              </a:schemeClr>
            </a:gs>
            <a:gs pos="84000">
              <a:schemeClr val="accent4">
                <a:hueOff val="0"/>
                <a:satOff val="0"/>
                <a:lumOff val="0"/>
                <a:alphaOff val="0"/>
                <a:shade val="90000"/>
                <a:lumMod val="88000"/>
              </a:schemeClr>
            </a:gs>
          </a:gsLst>
          <a:lin ang="5400000" scaled="0"/>
        </a:gradFill>
        <a:ln w="12700" cap="rnd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38100" dist="25400" dir="5400000" rotWithShape="0">
            <a:srgbClr val="000000">
              <a:alpha val="5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E407379A-7597-4F8A-A70A-0217AAF13B52}">
      <dsp:nvSpPr>
        <dsp:cNvPr id="0" name=""/>
        <dsp:cNvSpPr/>
      </dsp:nvSpPr>
      <dsp:spPr>
        <a:xfrm>
          <a:off x="0" y="1765924"/>
          <a:ext cx="7012370" cy="58864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t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lt-LT" sz="1900" kern="1200"/>
            <a:t>Tikslas – instruktuoti.</a:t>
          </a:r>
          <a:endParaRPr lang="en-US" sz="1900" kern="1200"/>
        </a:p>
      </dsp:txBody>
      <dsp:txXfrm>
        <a:off x="0" y="1765924"/>
        <a:ext cx="7012370" cy="588641"/>
      </dsp:txXfrm>
    </dsp:sp>
    <dsp:sp modelId="{A3028DE3-18AB-4485-8C3A-C8A9ED2CC9AF}">
      <dsp:nvSpPr>
        <dsp:cNvPr id="0" name=""/>
        <dsp:cNvSpPr/>
      </dsp:nvSpPr>
      <dsp:spPr>
        <a:xfrm>
          <a:off x="0" y="2354565"/>
          <a:ext cx="7012370" cy="0"/>
        </a:xfrm>
        <a:prstGeom prst="line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tint val="98000"/>
                <a:lumMod val="110000"/>
              </a:schemeClr>
            </a:gs>
            <a:gs pos="84000">
              <a:schemeClr val="accent4">
                <a:hueOff val="0"/>
                <a:satOff val="0"/>
                <a:lumOff val="0"/>
                <a:alphaOff val="0"/>
                <a:shade val="90000"/>
                <a:lumMod val="88000"/>
              </a:schemeClr>
            </a:gs>
          </a:gsLst>
          <a:lin ang="5400000" scaled="0"/>
        </a:gradFill>
        <a:ln w="12700" cap="rnd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38100" dist="25400" dir="5400000" rotWithShape="0">
            <a:srgbClr val="000000">
              <a:alpha val="5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B3AA5300-B142-45B0-BC64-50D9FFAC95BB}">
      <dsp:nvSpPr>
        <dsp:cNvPr id="0" name=""/>
        <dsp:cNvSpPr/>
      </dsp:nvSpPr>
      <dsp:spPr>
        <a:xfrm>
          <a:off x="0" y="2354565"/>
          <a:ext cx="7012370" cy="58864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t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lt-LT" sz="1900" kern="1200"/>
            <a:t>Gal įrodyti, kad pasirinktas problemos sprendimo būdas yra teisingas?</a:t>
          </a:r>
          <a:endParaRPr lang="en-US" sz="1900" kern="1200"/>
        </a:p>
      </dsp:txBody>
      <dsp:txXfrm>
        <a:off x="0" y="2354565"/>
        <a:ext cx="7012370" cy="588641"/>
      </dsp:txXfrm>
    </dsp:sp>
    <dsp:sp modelId="{D55E4BB2-2182-43EB-9D03-1BDBF6F313E9}">
      <dsp:nvSpPr>
        <dsp:cNvPr id="0" name=""/>
        <dsp:cNvSpPr/>
      </dsp:nvSpPr>
      <dsp:spPr>
        <a:xfrm>
          <a:off x="0" y="2943206"/>
          <a:ext cx="7012370" cy="0"/>
        </a:xfrm>
        <a:prstGeom prst="line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tint val="98000"/>
                <a:lumMod val="110000"/>
              </a:schemeClr>
            </a:gs>
            <a:gs pos="84000">
              <a:schemeClr val="accent4">
                <a:hueOff val="0"/>
                <a:satOff val="0"/>
                <a:lumOff val="0"/>
                <a:alphaOff val="0"/>
                <a:shade val="90000"/>
                <a:lumMod val="88000"/>
              </a:schemeClr>
            </a:gs>
          </a:gsLst>
          <a:lin ang="5400000" scaled="0"/>
        </a:gradFill>
        <a:ln w="12700" cap="rnd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38100" dist="25400" dir="5400000" rotWithShape="0">
            <a:srgbClr val="000000">
              <a:alpha val="5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E0B4AB1D-09D3-4BC3-9D02-82FDEF7168AA}">
      <dsp:nvSpPr>
        <dsp:cNvPr id="0" name=""/>
        <dsp:cNvSpPr/>
      </dsp:nvSpPr>
      <dsp:spPr>
        <a:xfrm>
          <a:off x="0" y="2943206"/>
          <a:ext cx="7012370" cy="58864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t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lt-LT" sz="1900" kern="1200"/>
            <a:t>Tikslas – įrodyti.</a:t>
          </a:r>
          <a:endParaRPr lang="en-US" sz="1900" kern="1200"/>
        </a:p>
      </dsp:txBody>
      <dsp:txXfrm>
        <a:off x="0" y="2943206"/>
        <a:ext cx="7012370" cy="588641"/>
      </dsp:txXfrm>
    </dsp:sp>
    <dsp:sp modelId="{099C821A-B4D1-4D59-BA6E-FBBB87BD9FB2}">
      <dsp:nvSpPr>
        <dsp:cNvPr id="0" name=""/>
        <dsp:cNvSpPr/>
      </dsp:nvSpPr>
      <dsp:spPr>
        <a:xfrm>
          <a:off x="0" y="3531848"/>
          <a:ext cx="7012370" cy="0"/>
        </a:xfrm>
        <a:prstGeom prst="line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tint val="98000"/>
                <a:lumMod val="110000"/>
              </a:schemeClr>
            </a:gs>
            <a:gs pos="84000">
              <a:schemeClr val="accent4">
                <a:hueOff val="0"/>
                <a:satOff val="0"/>
                <a:lumOff val="0"/>
                <a:alphaOff val="0"/>
                <a:shade val="90000"/>
                <a:lumMod val="88000"/>
              </a:schemeClr>
            </a:gs>
          </a:gsLst>
          <a:lin ang="5400000" scaled="0"/>
        </a:gradFill>
        <a:ln w="12700" cap="rnd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38100" dist="25400" dir="5400000" rotWithShape="0">
            <a:srgbClr val="000000">
              <a:alpha val="5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E4E11684-BD94-45E3-BC18-247AF18B237A}">
      <dsp:nvSpPr>
        <dsp:cNvPr id="0" name=""/>
        <dsp:cNvSpPr/>
      </dsp:nvSpPr>
      <dsp:spPr>
        <a:xfrm>
          <a:off x="0" y="3531848"/>
          <a:ext cx="7012370" cy="58864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t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lt-LT" sz="1900" kern="1200"/>
            <a:t>Gal paveikti žmones, kad jie priimtų vieną ar kitą sprendimą?</a:t>
          </a:r>
          <a:endParaRPr lang="en-US" sz="1900" kern="1200"/>
        </a:p>
      </dsp:txBody>
      <dsp:txXfrm>
        <a:off x="0" y="3531848"/>
        <a:ext cx="7012370" cy="588641"/>
      </dsp:txXfrm>
    </dsp:sp>
    <dsp:sp modelId="{FBFB1361-BD2B-4F0B-8AC2-E8E0C55A29BE}">
      <dsp:nvSpPr>
        <dsp:cNvPr id="0" name=""/>
        <dsp:cNvSpPr/>
      </dsp:nvSpPr>
      <dsp:spPr>
        <a:xfrm>
          <a:off x="0" y="4120489"/>
          <a:ext cx="7012370" cy="0"/>
        </a:xfrm>
        <a:prstGeom prst="line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tint val="98000"/>
                <a:lumMod val="110000"/>
              </a:schemeClr>
            </a:gs>
            <a:gs pos="84000">
              <a:schemeClr val="accent4">
                <a:hueOff val="0"/>
                <a:satOff val="0"/>
                <a:lumOff val="0"/>
                <a:alphaOff val="0"/>
                <a:shade val="90000"/>
                <a:lumMod val="88000"/>
              </a:schemeClr>
            </a:gs>
          </a:gsLst>
          <a:lin ang="5400000" scaled="0"/>
        </a:gradFill>
        <a:ln w="12700" cap="rnd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38100" dist="25400" dir="5400000" rotWithShape="0">
            <a:srgbClr val="000000">
              <a:alpha val="5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3C57C1A9-B925-4B59-82DF-CD5221AA9CC2}">
      <dsp:nvSpPr>
        <dsp:cNvPr id="0" name=""/>
        <dsp:cNvSpPr/>
      </dsp:nvSpPr>
      <dsp:spPr>
        <a:xfrm>
          <a:off x="0" y="4120489"/>
          <a:ext cx="7012370" cy="58864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t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lt-LT" sz="1900" kern="1200"/>
            <a:t>Tikslas – įrodyti.</a:t>
          </a:r>
          <a:endParaRPr lang="en-US" sz="1900" kern="1200"/>
        </a:p>
      </dsp:txBody>
      <dsp:txXfrm>
        <a:off x="0" y="4120489"/>
        <a:ext cx="7012370" cy="588641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906E0F4-8609-422A-AB10-574B55FD6B69}">
      <dsp:nvSpPr>
        <dsp:cNvPr id="0" name=""/>
        <dsp:cNvSpPr/>
      </dsp:nvSpPr>
      <dsp:spPr>
        <a:xfrm>
          <a:off x="0" y="403829"/>
          <a:ext cx="7012370" cy="1900335"/>
        </a:xfrm>
        <a:prstGeom prst="round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tint val="98000"/>
                <a:lumMod val="110000"/>
              </a:schemeClr>
            </a:gs>
            <a:gs pos="84000">
              <a:schemeClr val="accent5">
                <a:hueOff val="0"/>
                <a:satOff val="0"/>
                <a:lumOff val="0"/>
                <a:alphaOff val="0"/>
                <a:shade val="90000"/>
                <a:lumMod val="88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5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33350" tIns="133350" rIns="133350" bIns="133350" numCol="1" spcCol="1270" anchor="ctr" anchorCtr="0">
          <a:noAutofit/>
        </a:bodyPr>
        <a:lstStyle/>
        <a:p>
          <a:pPr marL="0" lvl="0" indent="0" algn="l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lt-LT" sz="3500" kern="1200"/>
            <a:t>Tai kondensuotas teiginys to, ką turiu pasakyti.</a:t>
          </a:r>
          <a:endParaRPr lang="en-US" sz="3500" kern="1200"/>
        </a:p>
      </dsp:txBody>
      <dsp:txXfrm>
        <a:off x="92767" y="496596"/>
        <a:ext cx="6826836" cy="1714801"/>
      </dsp:txXfrm>
    </dsp:sp>
    <dsp:sp modelId="{7C9C8CC5-D2EC-447B-8640-30189133FC51}">
      <dsp:nvSpPr>
        <dsp:cNvPr id="0" name=""/>
        <dsp:cNvSpPr/>
      </dsp:nvSpPr>
      <dsp:spPr>
        <a:xfrm>
          <a:off x="0" y="2404965"/>
          <a:ext cx="7012370" cy="1900335"/>
        </a:xfrm>
        <a:prstGeom prst="roundRect">
          <a:avLst/>
        </a:prstGeom>
        <a:gradFill rotWithShape="0">
          <a:gsLst>
            <a:gs pos="0">
              <a:schemeClr val="accent5">
                <a:hueOff val="1318709"/>
                <a:satOff val="-9404"/>
                <a:lumOff val="-17059"/>
                <a:alphaOff val="0"/>
                <a:tint val="98000"/>
                <a:lumMod val="110000"/>
              </a:schemeClr>
            </a:gs>
            <a:gs pos="84000">
              <a:schemeClr val="accent5">
                <a:hueOff val="1318709"/>
                <a:satOff val="-9404"/>
                <a:lumOff val="-17059"/>
                <a:alphaOff val="0"/>
                <a:shade val="90000"/>
                <a:lumMod val="88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5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33350" tIns="133350" rIns="133350" bIns="133350" numCol="1" spcCol="1270" anchor="ctr" anchorCtr="0">
          <a:noAutofit/>
        </a:bodyPr>
        <a:lstStyle/>
        <a:p>
          <a:pPr marL="0" lvl="0" indent="0" algn="l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lt-LT" sz="3500" kern="1200"/>
            <a:t>Pagrindinė mintis yra tai, kas būtinai turi likti klausytojų atmintyje po to, kai jie užmirš visas detales.</a:t>
          </a:r>
          <a:endParaRPr lang="en-US" sz="3500" kern="1200"/>
        </a:p>
      </dsp:txBody>
      <dsp:txXfrm>
        <a:off x="92767" y="2497732"/>
        <a:ext cx="6826836" cy="1714801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Pavadinimo skaidr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lt-LT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  <a:effectLst/>
        </p:spPr>
        <p:txBody>
          <a:bodyPr anchor="b">
            <a:norm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lt-LT" dirty="0"/>
              <a:t>Spustelėję redaguokite stilių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590321"/>
          </a:xfrm>
        </p:spPr>
        <p:txBody>
          <a:bodyPr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lt-LT" dirty="0"/>
              <a:t>Spustelėkite norėdami redaguoti šablono paantraštės stilių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605951" y="5956137"/>
            <a:ext cx="284480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6F4E3E68-314E-4E62-AA8A-BE3F20F81523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81192" y="5951811"/>
            <a:ext cx="691721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1644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0755F65A-0D26-4EA2-8D80-8F2A774694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97049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Pavadinimas ir turiny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lt-LT" dirty="0"/>
              <a:t>Spustelėję redaguokite stilių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2180496"/>
            <a:ext cx="11029615" cy="3678303"/>
          </a:xfrm>
        </p:spPr>
        <p:txBody>
          <a:bodyPr/>
          <a:lstStyle/>
          <a:p>
            <a:pPr lvl="0"/>
            <a:r>
              <a:rPr lang="lt-LT" dirty="0"/>
              <a:t>Redaguokite šablono teksto stilius</a:t>
            </a:r>
          </a:p>
          <a:p>
            <a:pPr lvl="1"/>
            <a:r>
              <a:rPr lang="lt-LT" dirty="0"/>
              <a:t>Antras lygis</a:t>
            </a:r>
          </a:p>
          <a:p>
            <a:pPr lvl="2"/>
            <a:r>
              <a:rPr lang="lt-LT" dirty="0"/>
              <a:t>Trečias lygis</a:t>
            </a:r>
          </a:p>
          <a:p>
            <a:pPr lvl="3"/>
            <a:r>
              <a:rPr lang="lt-LT" dirty="0"/>
              <a:t>Ketvirtas lygis</a:t>
            </a:r>
          </a:p>
          <a:p>
            <a:pPr lvl="4"/>
            <a:r>
              <a:rPr lang="lt-LT" dirty="0"/>
              <a:t>Penktas lygis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4E3E68-314E-4E62-AA8A-BE3F20F81523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52508" cy="365125"/>
          </a:xfrm>
        </p:spPr>
        <p:txBody>
          <a:bodyPr/>
          <a:lstStyle/>
          <a:p>
            <a:fld id="{0755F65A-0D26-4EA2-8D80-8F2A774694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8694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kcijos antrašt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3043910"/>
            <a:ext cx="11029615" cy="1497507"/>
          </a:xfrm>
        </p:spPr>
        <p:txBody>
          <a:bodyPr anchor="b">
            <a:normAutofit/>
          </a:bodyPr>
          <a:lstStyle>
            <a:lvl1pPr algn="l">
              <a:defRPr sz="3600" b="0" cap="all">
                <a:solidFill>
                  <a:schemeClr val="accent1"/>
                </a:solidFill>
              </a:defRPr>
            </a:lvl1pPr>
          </a:lstStyle>
          <a:p>
            <a:r>
              <a:rPr lang="lt-LT" dirty="0"/>
              <a:t>Spustelėję redaguokite stilių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4541417"/>
            <a:ext cx="11029615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lt-LT" dirty="0"/>
              <a:t>Redaguokite šablono teksto stilius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6F4E3E68-314E-4E62-AA8A-BE3F20F81523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0755F65A-0D26-4EA2-8D80-8F2A774694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91563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 turinia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lt-LT" dirty="0"/>
              <a:t>Spustelėję redaguokite stilių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81193" y="2228003"/>
            <a:ext cx="5422390" cy="3633047"/>
          </a:xfrm>
        </p:spPr>
        <p:txBody>
          <a:bodyPr>
            <a:normAutofit/>
          </a:bodyPr>
          <a:lstStyle/>
          <a:p>
            <a:pPr lvl="0"/>
            <a:r>
              <a:rPr lang="lt-LT" dirty="0"/>
              <a:t>Redaguokite šablono teksto stilius</a:t>
            </a:r>
          </a:p>
          <a:p>
            <a:pPr lvl="1"/>
            <a:r>
              <a:rPr lang="lt-LT" dirty="0"/>
              <a:t>Antras lygis</a:t>
            </a:r>
          </a:p>
          <a:p>
            <a:pPr lvl="2"/>
            <a:r>
              <a:rPr lang="lt-LT" dirty="0"/>
              <a:t>Trečias lygis</a:t>
            </a:r>
          </a:p>
          <a:p>
            <a:pPr lvl="3"/>
            <a:r>
              <a:rPr lang="lt-LT" dirty="0"/>
              <a:t>Ketvirtas lygis</a:t>
            </a:r>
          </a:p>
          <a:p>
            <a:pPr lvl="4"/>
            <a:r>
              <a:rPr lang="lt-LT" dirty="0"/>
              <a:t>Penktas lygis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8417" y="2228003"/>
            <a:ext cx="5422392" cy="3633047"/>
          </a:xfrm>
        </p:spPr>
        <p:txBody>
          <a:bodyPr>
            <a:normAutofit/>
          </a:bodyPr>
          <a:lstStyle/>
          <a:p>
            <a:pPr lvl="0"/>
            <a:r>
              <a:rPr lang="lt-LT" dirty="0"/>
              <a:t>Redaguokite šablono teksto stilius</a:t>
            </a:r>
          </a:p>
          <a:p>
            <a:pPr lvl="1"/>
            <a:r>
              <a:rPr lang="lt-LT" dirty="0"/>
              <a:t>Antras lygis</a:t>
            </a:r>
          </a:p>
          <a:p>
            <a:pPr lvl="2"/>
            <a:r>
              <a:rPr lang="lt-LT" dirty="0"/>
              <a:t>Trečias lygis</a:t>
            </a:r>
          </a:p>
          <a:p>
            <a:pPr lvl="3"/>
            <a:r>
              <a:rPr lang="lt-LT" dirty="0"/>
              <a:t>Ketvirtas lygis</a:t>
            </a:r>
          </a:p>
          <a:p>
            <a:pPr lvl="4"/>
            <a:r>
              <a:rPr lang="lt-LT" dirty="0"/>
              <a:t>Penktas lygis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4E3E68-314E-4E62-AA8A-BE3F20F81523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55F65A-0D26-4EA2-8D80-8F2A774694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80463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Lyginima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lt-LT" dirty="0"/>
              <a:t>Spustelėję redaguokite stilių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87219" y="2250892"/>
            <a:ext cx="5087075" cy="536005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lt-LT" dirty="0"/>
              <a:t>Redaguokite šablono teksto stilius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1194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lt-LT" dirty="0"/>
              <a:t>Redaguokite šablono teksto stilius</a:t>
            </a:r>
          </a:p>
          <a:p>
            <a:pPr lvl="1"/>
            <a:r>
              <a:rPr lang="lt-LT" dirty="0"/>
              <a:t>Antras lygis</a:t>
            </a:r>
          </a:p>
          <a:p>
            <a:pPr lvl="2"/>
            <a:r>
              <a:rPr lang="lt-LT" dirty="0"/>
              <a:t>Trečias lygis</a:t>
            </a:r>
          </a:p>
          <a:p>
            <a:pPr lvl="3"/>
            <a:r>
              <a:rPr lang="lt-LT" dirty="0"/>
              <a:t>Ketvirtas lygis</a:t>
            </a:r>
          </a:p>
          <a:p>
            <a:pPr lvl="4"/>
            <a:r>
              <a:rPr lang="lt-LT" dirty="0"/>
              <a:t>Penktas lygis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3735" y="2250892"/>
            <a:ext cx="5087073" cy="553373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lt-LT" dirty="0"/>
              <a:t>Redaguokite šablono teksto stilius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709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lt-LT" dirty="0"/>
              <a:t>Redaguokite šablono teksto stilius</a:t>
            </a:r>
          </a:p>
          <a:p>
            <a:pPr lvl="1"/>
            <a:r>
              <a:rPr lang="lt-LT" dirty="0"/>
              <a:t>Antras lygis</a:t>
            </a:r>
          </a:p>
          <a:p>
            <a:pPr lvl="2"/>
            <a:r>
              <a:rPr lang="lt-LT" dirty="0"/>
              <a:t>Trečias lygis</a:t>
            </a:r>
          </a:p>
          <a:p>
            <a:pPr lvl="3"/>
            <a:r>
              <a:rPr lang="lt-LT" dirty="0"/>
              <a:t>Ketvirtas lygis</a:t>
            </a:r>
          </a:p>
          <a:p>
            <a:pPr lvl="4"/>
            <a:r>
              <a:rPr lang="lt-LT" dirty="0"/>
              <a:t>Penktas lygis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4E3E68-314E-4E62-AA8A-BE3F20F81523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55F65A-0D26-4EA2-8D80-8F2A774694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05907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k pavadinima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683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575894" y="729658"/>
            <a:ext cx="11029616" cy="988332"/>
          </a:xfrm>
        </p:spPr>
        <p:txBody>
          <a:bodyPr/>
          <a:lstStyle/>
          <a:p>
            <a:r>
              <a:rPr lang="lt-LT" dirty="0"/>
              <a:t>Spustelėję redaguokite stilių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4E3E68-314E-4E62-AA8A-BE3F20F81523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55F65A-0D26-4EA2-8D80-8F2A774694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20571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ušč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4E3E68-314E-4E62-AA8A-BE3F20F81523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55F65A-0D26-4EA2-8D80-8F2A774694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09682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Turinys ir antrašt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447817" y="5141973"/>
            <a:ext cx="11298200" cy="127470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5262296"/>
            <a:ext cx="4909445" cy="689514"/>
          </a:xfrm>
        </p:spPr>
        <p:txBody>
          <a:bodyPr anchor="ctr"/>
          <a:lstStyle>
            <a:lvl1pPr algn="l">
              <a:defRPr sz="2000" b="0"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lt-LT" dirty="0"/>
              <a:t>Spustelėję redaguokite stilių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7816" y="601200"/>
            <a:ext cx="11292840" cy="4204800"/>
          </a:xfrm>
        </p:spPr>
        <p:txBody>
          <a:bodyPr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/>
            <a:r>
              <a:rPr lang="lt-LT" dirty="0"/>
              <a:t>Redaguokite šablono teksto stilius</a:t>
            </a:r>
          </a:p>
          <a:p>
            <a:pPr lvl="1"/>
            <a:r>
              <a:rPr lang="lt-LT" dirty="0"/>
              <a:t>Antras lygis</a:t>
            </a:r>
          </a:p>
          <a:p>
            <a:pPr lvl="2"/>
            <a:r>
              <a:rPr lang="lt-LT" dirty="0"/>
              <a:t>Trečias lygis</a:t>
            </a:r>
          </a:p>
          <a:p>
            <a:pPr lvl="3"/>
            <a:r>
              <a:rPr lang="lt-LT" dirty="0"/>
              <a:t>Ketvirtas lygis</a:t>
            </a:r>
          </a:p>
          <a:p>
            <a:pPr lvl="4"/>
            <a:r>
              <a:rPr lang="lt-LT" dirty="0"/>
              <a:t>Penktas lygis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740823" y="5262296"/>
            <a:ext cx="5869987" cy="689515"/>
          </a:xfrm>
        </p:spPr>
        <p:txBody>
          <a:bodyPr anchor="ctr">
            <a:normAutofit/>
          </a:bodyPr>
          <a:lstStyle>
            <a:lvl1pPr marL="0" indent="0" algn="r">
              <a:buNone/>
              <a:defRPr sz="1100">
                <a:solidFill>
                  <a:schemeClr val="bg1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lt-LT" dirty="0"/>
              <a:t>Redaguokite šablono teksto stilius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6F4E3E68-314E-4E62-AA8A-BE3F20F81523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0755F65A-0D26-4EA2-8D80-8F2A774694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06367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aveikslėlis ir antrašt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chemeClr val="accent1"/>
                </a:solidFill>
              </a:defRPr>
            </a:lvl1pPr>
          </a:lstStyle>
          <a:p>
            <a:r>
              <a:rPr lang="lt-LT" dirty="0"/>
              <a:t>Spustelėję redaguokite stilių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47817" y="599725"/>
            <a:ext cx="11290859" cy="3557252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lt-LT" dirty="0"/>
              <a:t>Spustelėkite piktogramą norėdami įtraukti paveikslėlį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1192" y="5260127"/>
            <a:ext cx="11029617" cy="598671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lt-LT" dirty="0"/>
              <a:t>Redaguokite šablono teksto stilius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4E3E68-314E-4E62-AA8A-BE3F20F81523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55F65A-0D26-4EA2-8D80-8F2A774694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67900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Pavadinimas ir vertikalus teksta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lt-LT" dirty="0"/>
              <a:t>Spustelėję redaguokite stilių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lt-LT" dirty="0"/>
              <a:t>Redaguokite šablono teksto stilius</a:t>
            </a:r>
          </a:p>
          <a:p>
            <a:pPr lvl="1"/>
            <a:r>
              <a:rPr lang="lt-LT" dirty="0"/>
              <a:t>Antras lygis</a:t>
            </a:r>
          </a:p>
          <a:p>
            <a:pPr lvl="2"/>
            <a:r>
              <a:rPr lang="lt-LT" dirty="0"/>
              <a:t>Trečias lygis</a:t>
            </a:r>
          </a:p>
          <a:p>
            <a:pPr lvl="3"/>
            <a:r>
              <a:rPr lang="lt-LT" dirty="0"/>
              <a:t>Ketvirtas lygis</a:t>
            </a:r>
          </a:p>
          <a:p>
            <a:pPr lvl="4"/>
            <a:r>
              <a:rPr lang="lt-LT" dirty="0"/>
              <a:t>Penktas lygis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4E3E68-314E-4E62-AA8A-BE3F20F81523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55F65A-0D26-4EA2-8D80-8F2A774694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50100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us pavadinimas ir teksta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8839201" y="599725"/>
            <a:ext cx="2906817" cy="581695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1" y="675726"/>
            <a:ext cx="2004164" cy="5183073"/>
          </a:xfrm>
        </p:spPr>
        <p:txBody>
          <a:bodyPr vert="eaVert"/>
          <a:lstStyle/>
          <a:p>
            <a:r>
              <a:rPr lang="lt-LT" dirty="0"/>
              <a:t>Spustelėję redaguokite stilių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4923" y="675726"/>
            <a:ext cx="7896279" cy="5183073"/>
          </a:xfrm>
        </p:spPr>
        <p:txBody>
          <a:bodyPr vert="eaVert" anchor="t"/>
          <a:lstStyle/>
          <a:p>
            <a:pPr lvl="0"/>
            <a:r>
              <a:rPr lang="lt-LT" dirty="0"/>
              <a:t>Redaguokite šablono teksto stilius</a:t>
            </a:r>
          </a:p>
          <a:p>
            <a:pPr lvl="1"/>
            <a:r>
              <a:rPr lang="lt-LT" dirty="0"/>
              <a:t>Antras lygis</a:t>
            </a:r>
          </a:p>
          <a:p>
            <a:pPr lvl="2"/>
            <a:r>
              <a:rPr lang="lt-LT" dirty="0"/>
              <a:t>Trečias lygis</a:t>
            </a:r>
          </a:p>
          <a:p>
            <a:pPr lvl="3"/>
            <a:r>
              <a:rPr lang="lt-LT" dirty="0"/>
              <a:t>Ketvirtas lygis</a:t>
            </a:r>
          </a:p>
          <a:p>
            <a:pPr lvl="4"/>
            <a:r>
              <a:rPr lang="lt-LT" dirty="0"/>
              <a:t>Penktas lygis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93673" y="5956137"/>
            <a:ext cx="1328141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6F4E3E68-314E-4E62-AA8A-BE3F20F81523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774923" y="5951811"/>
            <a:ext cx="7896279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46615" y="5956137"/>
            <a:ext cx="1164195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0755F65A-0D26-4EA2-8D80-8F2A774694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8882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11895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lt-LT" dirty="0"/>
              <a:t>Spustelėję redaguokite stilių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2336003"/>
            <a:ext cx="11029616" cy="35227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lt-LT" dirty="0"/>
              <a:t>Redaguokite šablono teksto stilius</a:t>
            </a:r>
          </a:p>
          <a:p>
            <a:pPr lvl="1"/>
            <a:r>
              <a:rPr lang="lt-LT" dirty="0"/>
              <a:t>Antras lygis</a:t>
            </a:r>
          </a:p>
          <a:p>
            <a:pPr lvl="2"/>
            <a:r>
              <a:rPr lang="lt-LT" dirty="0"/>
              <a:t>Trečias lygis</a:t>
            </a:r>
          </a:p>
          <a:p>
            <a:pPr lvl="3"/>
            <a:r>
              <a:rPr lang="lt-LT" dirty="0"/>
              <a:t>Ketvirtas lygis</a:t>
            </a:r>
          </a:p>
          <a:p>
            <a:pPr lvl="4"/>
            <a:r>
              <a:rPr lang="lt-LT" dirty="0"/>
              <a:t>Penktas lygis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6F4E3E68-314E-4E62-AA8A-BE3F20F81523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>
                <a:solidFill>
                  <a:schemeClr val="accent2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0755F65A-0D26-4EA2-8D80-8F2A7746944E}" type="slidenum">
              <a:rPr lang="en-US" smtClean="0"/>
              <a:t>‹#›</a:t>
            </a:fld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lt-LT"/>
          </a:p>
        </p:txBody>
      </p:sp>
      <p:sp>
        <p:nvSpPr>
          <p:cNvPr id="10" name="Rectangle 9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lt-LT"/>
          </a:p>
        </p:txBody>
      </p:sp>
      <p:sp>
        <p:nvSpPr>
          <p:cNvPr id="11" name="Rectangle 10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lt-LT"/>
          </a:p>
        </p:txBody>
      </p:sp>
    </p:spTree>
    <p:extLst>
      <p:ext uri="{BB962C8B-B14F-4D97-AF65-F5344CB8AC3E}">
        <p14:creationId xmlns:p14="http://schemas.microsoft.com/office/powerpoint/2010/main" val="764365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8" r:id="rId1"/>
    <p:sldLayoutId id="2147483709" r:id="rId2"/>
    <p:sldLayoutId id="2147483710" r:id="rId3"/>
    <p:sldLayoutId id="2147483711" r:id="rId4"/>
    <p:sldLayoutId id="2147483712" r:id="rId5"/>
    <p:sldLayoutId id="2147483713" r:id="rId6"/>
    <p:sldLayoutId id="2147483714" r:id="rId7"/>
    <p:sldLayoutId id="2147483715" r:id="rId8"/>
    <p:sldLayoutId id="2147483716" r:id="rId9"/>
    <p:sldLayoutId id="2147483717" r:id="rId10"/>
    <p:sldLayoutId id="2147483718" r:id="rId11"/>
  </p:sldLayoutIdLst>
  <p:txStyles>
    <p:titleStyle>
      <a:lvl1pPr algn="l" defTabSz="457200" rtl="0" eaLnBrk="1" latinLnBrk="0" hangingPunct="1">
        <a:spcBef>
          <a:spcPct val="0"/>
        </a:spcBef>
        <a:buNone/>
        <a:defRPr sz="2800" b="0" kern="1200" cap="all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800" kern="1200">
          <a:solidFill>
            <a:schemeClr val="tx2"/>
          </a:solidFill>
          <a:latin typeface="+mn-lt"/>
          <a:ea typeface="+mn-ea"/>
          <a:cs typeface="+mn-cs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600" kern="1200">
          <a:solidFill>
            <a:schemeClr val="tx2"/>
          </a:solidFill>
          <a:latin typeface="+mn-lt"/>
          <a:ea typeface="+mn-ea"/>
          <a:cs typeface="+mn-cs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2"/>
          </a:solidFill>
          <a:latin typeface="+mn-lt"/>
          <a:ea typeface="+mn-ea"/>
          <a:cs typeface="+mn-cs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5" name="Rectangle 24">
            <a:extLst>
              <a:ext uri="{FF2B5EF4-FFF2-40B4-BE49-F238E27FC236}">
                <a16:creationId xmlns:a16="http://schemas.microsoft.com/office/drawing/2014/main" id="{34BFB7C5-23B6-4047-BF5E-F9EEBB437C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D37DA931-62D6-4B32-9103-84C0960AEA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784420" y="457200"/>
            <a:ext cx="6248454" cy="5859736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lt-LT"/>
          </a:p>
        </p:txBody>
      </p:sp>
      <p:sp>
        <p:nvSpPr>
          <p:cNvPr id="2" name="Antraštė 1"/>
          <p:cNvSpPr>
            <a:spLocks noGrp="1"/>
          </p:cNvSpPr>
          <p:nvPr>
            <p:ph type="ctrTitle"/>
          </p:nvPr>
        </p:nvSpPr>
        <p:spPr>
          <a:xfrm>
            <a:off x="2156346" y="849745"/>
            <a:ext cx="5526993" cy="4745836"/>
          </a:xfrm>
        </p:spPr>
        <p:txBody>
          <a:bodyPr anchor="ctr">
            <a:normAutofit/>
          </a:bodyPr>
          <a:lstStyle/>
          <a:p>
            <a:r>
              <a:rPr lang="en-US" sz="6000">
                <a:solidFill>
                  <a:srgbClr val="FFFFFF"/>
                </a:solidFill>
              </a:rPr>
              <a:t>Kalbos intencija ir tikslas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4695E140-9B6E-43E9-B17E-CDFE3FCA8A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129872" y="453642"/>
            <a:ext cx="3615595" cy="5863293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lt-LT"/>
          </a:p>
        </p:txBody>
      </p:sp>
      <p:sp>
        <p:nvSpPr>
          <p:cNvPr id="3" name="Antrinis pavadinimas 2"/>
          <p:cNvSpPr>
            <a:spLocks noGrp="1"/>
          </p:cNvSpPr>
          <p:nvPr>
            <p:ph type="subTitle" idx="1"/>
          </p:nvPr>
        </p:nvSpPr>
        <p:spPr>
          <a:xfrm>
            <a:off x="8317076" y="668740"/>
            <a:ext cx="3147043" cy="4926841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3100">
                <a:solidFill>
                  <a:srgbClr val="FFFFFF"/>
                </a:solidFill>
              </a:rPr>
              <a:t>Kokia graži bebūtų kalba, ji tampa nereikalinga, o kai kada ir kenksminga, jeigu neveda į tiesų tikslą.</a:t>
            </a:r>
            <a:endParaRPr lang="lt-LT" sz="3100">
              <a:solidFill>
                <a:srgbClr val="FFFFFF"/>
              </a:solidFill>
            </a:endParaRPr>
          </a:p>
          <a:p>
            <a:pPr>
              <a:lnSpc>
                <a:spcPct val="90000"/>
              </a:lnSpc>
            </a:pPr>
            <a:r>
              <a:rPr lang="en-US" sz="3100">
                <a:solidFill>
                  <a:srgbClr val="FFFFFF"/>
                </a:solidFill>
              </a:rPr>
              <a:t>Kvintilianas</a:t>
            </a:r>
          </a:p>
          <a:p>
            <a:pPr>
              <a:lnSpc>
                <a:spcPct val="90000"/>
              </a:lnSpc>
            </a:pPr>
            <a:endParaRPr lang="en-US" sz="3100">
              <a:solidFill>
                <a:srgbClr val="FFFFFF"/>
              </a:solidFill>
            </a:endParaRP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FBC3CD9F-A361-4496-A6E0-24338B2A69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81191" y="457201"/>
            <a:ext cx="1106164" cy="5859735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lt-LT"/>
          </a:p>
        </p:txBody>
      </p:sp>
    </p:spTree>
    <p:extLst>
      <p:ext uri="{BB962C8B-B14F-4D97-AF65-F5344CB8AC3E}">
        <p14:creationId xmlns:p14="http://schemas.microsoft.com/office/powerpoint/2010/main" val="4247363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7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lumMod val="110000"/>
              </a:schemeClr>
            </a:gs>
            <a:gs pos="100000">
              <a:schemeClr val="bg2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75F28DDD-9641-43BA-944D-79B0687051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8001"/>
          </a:xfrm>
          <a:prstGeom prst="rect">
            <a:avLst/>
          </a:prstGeom>
          <a:solidFill>
            <a:srgbClr val="FFFE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Pavadinimas 1">
            <a:extLst>
              <a:ext uri="{FF2B5EF4-FFF2-40B4-BE49-F238E27FC236}">
                <a16:creationId xmlns:a16="http://schemas.microsoft.com/office/drawing/2014/main" id="{B9476E9D-4B9A-41E0-ABB4-AE0D6B8A19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6228" y="1037967"/>
            <a:ext cx="3054091" cy="4709131"/>
          </a:xfrm>
        </p:spPr>
        <p:txBody>
          <a:bodyPr anchor="ctr">
            <a:normAutofit/>
          </a:bodyPr>
          <a:lstStyle/>
          <a:p>
            <a:r>
              <a:rPr lang="lt-LT">
                <a:solidFill>
                  <a:schemeClr val="accent1"/>
                </a:solidFill>
              </a:rPr>
              <a:t>Kalbos intencija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2AA2954-062E-4B72-A97B-0B066FB156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lt-LT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0CA29A6-E0B1-40CD-ADF7-7B8E932A32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lt-LT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DD5F866-AD72-475A-B6C6-54E4577D4A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lt-LT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02BAD4C-6EA9-4F10-92D4-A1C8C53DAE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6851" y="723898"/>
            <a:ext cx="7498616" cy="5676901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lt-LT"/>
          </a:p>
        </p:txBody>
      </p:sp>
      <p:graphicFrame>
        <p:nvGraphicFramePr>
          <p:cNvPr id="5" name="Turinio vietos rezervavimo ženklas 2">
            <a:extLst>
              <a:ext uri="{FF2B5EF4-FFF2-40B4-BE49-F238E27FC236}">
                <a16:creationId xmlns:a16="http://schemas.microsoft.com/office/drawing/2014/main" id="{9C495DD7-7E06-EBBC-00C7-4ABD51228A8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35514425"/>
              </p:ext>
            </p:extLst>
          </p:nvPr>
        </p:nvGraphicFramePr>
        <p:xfrm>
          <a:off x="4598438" y="1037967"/>
          <a:ext cx="7012370" cy="470913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18222330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vadinimas 1">
            <a:extLst>
              <a:ext uri="{FF2B5EF4-FFF2-40B4-BE49-F238E27FC236}">
                <a16:creationId xmlns:a16="http://schemas.microsoft.com/office/drawing/2014/main" id="{85772B03-1BA1-4630-A0A3-80174C6431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lt-LT" dirty="0"/>
              <a:t>Kalbų rūšys</a:t>
            </a:r>
          </a:p>
        </p:txBody>
      </p:sp>
      <p:sp>
        <p:nvSpPr>
          <p:cNvPr id="7" name="Lygiašonis trikampis 6">
            <a:extLst>
              <a:ext uri="{FF2B5EF4-FFF2-40B4-BE49-F238E27FC236}">
                <a16:creationId xmlns:a16="http://schemas.microsoft.com/office/drawing/2014/main" id="{2C22F1A0-6F5D-4DF2-93E5-982B50472CC7}"/>
              </a:ext>
            </a:extLst>
          </p:cNvPr>
          <p:cNvSpPr/>
          <p:nvPr/>
        </p:nvSpPr>
        <p:spPr>
          <a:xfrm rot="5400000">
            <a:off x="1982911" y="1721854"/>
            <a:ext cx="2852072" cy="4724396"/>
          </a:xfrm>
          <a:prstGeom prst="triangle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t-LT"/>
          </a:p>
        </p:txBody>
      </p:sp>
      <p:sp>
        <p:nvSpPr>
          <p:cNvPr id="10" name="Statusis trikampis 9">
            <a:extLst>
              <a:ext uri="{FF2B5EF4-FFF2-40B4-BE49-F238E27FC236}">
                <a16:creationId xmlns:a16="http://schemas.microsoft.com/office/drawing/2014/main" id="{CF7A4A5C-B0FC-4DA1-9886-5F9D28EB7FDE}"/>
              </a:ext>
            </a:extLst>
          </p:cNvPr>
          <p:cNvSpPr/>
          <p:nvPr/>
        </p:nvSpPr>
        <p:spPr>
          <a:xfrm>
            <a:off x="1050371" y="2660696"/>
            <a:ext cx="2772610" cy="1409032"/>
          </a:xfrm>
          <a:prstGeom prst="rtTriangle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t-LT"/>
          </a:p>
        </p:txBody>
      </p:sp>
      <p:sp>
        <p:nvSpPr>
          <p:cNvPr id="11" name="Statusis trikampis 10">
            <a:extLst>
              <a:ext uri="{FF2B5EF4-FFF2-40B4-BE49-F238E27FC236}">
                <a16:creationId xmlns:a16="http://schemas.microsoft.com/office/drawing/2014/main" id="{747A37E5-BBCC-4F17-901A-CA261EB1EC9B}"/>
              </a:ext>
            </a:extLst>
          </p:cNvPr>
          <p:cNvSpPr/>
          <p:nvPr/>
        </p:nvSpPr>
        <p:spPr>
          <a:xfrm rot="10800000" flipH="1">
            <a:off x="1050370" y="4037643"/>
            <a:ext cx="2772610" cy="1475872"/>
          </a:xfrm>
          <a:prstGeom prst="rtTriangle">
            <a:avLst/>
          </a:prstGeom>
          <a:solidFill>
            <a:schemeClr val="accent1">
              <a:lumMod val="10000"/>
              <a:lumOff val="9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t-LT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B718FD0-DF23-4A4D-9D61-BB9A6841CBE2}"/>
              </a:ext>
            </a:extLst>
          </p:cNvPr>
          <p:cNvSpPr txBox="1"/>
          <p:nvPr/>
        </p:nvSpPr>
        <p:spPr>
          <a:xfrm>
            <a:off x="406399" y="3287294"/>
            <a:ext cx="2743200" cy="646331"/>
          </a:xfrm>
          <a:prstGeom prst="rect">
            <a:avLst/>
          </a:prstGeo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lt-LT" dirty="0"/>
              <a:t>Informacinės </a:t>
            </a:r>
            <a:endParaRPr lang="lt-LT"/>
          </a:p>
          <a:p>
            <a:pPr algn="ctr"/>
            <a:r>
              <a:rPr lang="lt-LT" dirty="0"/>
              <a:t>kalbos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6A4D12C-E301-4372-BF04-8F3BF9D60A02}"/>
              </a:ext>
            </a:extLst>
          </p:cNvPr>
          <p:cNvSpPr txBox="1"/>
          <p:nvPr/>
        </p:nvSpPr>
        <p:spPr>
          <a:xfrm>
            <a:off x="286084" y="4223084"/>
            <a:ext cx="2743200" cy="646331"/>
          </a:xfrm>
          <a:prstGeom prst="rect">
            <a:avLst/>
          </a:prstGeo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lt-LT" dirty="0"/>
              <a:t>Proginės</a:t>
            </a:r>
          </a:p>
          <a:p>
            <a:pPr algn="ctr"/>
            <a:r>
              <a:rPr lang="lt-LT" dirty="0"/>
              <a:t>kalbos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A8D43DF-39AB-479B-8DE9-A69EBCB8B657}"/>
              </a:ext>
            </a:extLst>
          </p:cNvPr>
          <p:cNvSpPr txBox="1"/>
          <p:nvPr/>
        </p:nvSpPr>
        <p:spPr>
          <a:xfrm>
            <a:off x="3026610" y="3621505"/>
            <a:ext cx="2743200" cy="923330"/>
          </a:xfrm>
          <a:prstGeom prst="rect">
            <a:avLst/>
          </a:prstGeo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lt-LT" dirty="0"/>
              <a:t>Įtikinimo </a:t>
            </a:r>
            <a:endParaRPr lang="lt-LT"/>
          </a:p>
          <a:p>
            <a:pPr algn="ctr"/>
            <a:r>
              <a:rPr lang="lt-LT" dirty="0"/>
              <a:t>ir skatinimo</a:t>
            </a:r>
          </a:p>
          <a:p>
            <a:pPr algn="ctr"/>
            <a:r>
              <a:rPr lang="lt-LT" dirty="0"/>
              <a:t>kalbos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82D9883-0693-46CE-AC80-85FBFCE81FEE}"/>
              </a:ext>
            </a:extLst>
          </p:cNvPr>
          <p:cNvSpPr txBox="1"/>
          <p:nvPr/>
        </p:nvSpPr>
        <p:spPr>
          <a:xfrm>
            <a:off x="6595978" y="2338136"/>
            <a:ext cx="5055936" cy="1754326"/>
          </a:xfrm>
          <a:prstGeom prst="rect">
            <a:avLst/>
          </a:prstGeo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lt-LT" dirty="0"/>
              <a:t>Kalbos skirstomos pagal tas sritis, kurias jos daugiausiai veikia:</a:t>
            </a:r>
          </a:p>
          <a:p>
            <a:pPr marL="285750" indent="-285750">
              <a:buFont typeface="Arial"/>
              <a:buChar char="•"/>
            </a:pPr>
            <a:r>
              <a:rPr lang="lt-LT" dirty="0"/>
              <a:t>Informacinės kalbos – mintis;</a:t>
            </a:r>
          </a:p>
          <a:p>
            <a:pPr marL="285750" indent="-285750">
              <a:buFont typeface="Arial"/>
              <a:buChar char="•"/>
            </a:pPr>
            <a:r>
              <a:rPr lang="lt-LT" dirty="0"/>
              <a:t>Proginės kalbos – jausmus;</a:t>
            </a:r>
          </a:p>
          <a:p>
            <a:pPr marL="285750" indent="-285750">
              <a:buFont typeface="Arial"/>
              <a:buChar char="•"/>
            </a:pPr>
            <a:r>
              <a:rPr lang="lt-LT" dirty="0"/>
              <a:t>Įtikinimo ir skatinimo kalbos – mintis, jausmus ir valią.</a:t>
            </a:r>
          </a:p>
        </p:txBody>
      </p:sp>
    </p:spTree>
    <p:extLst>
      <p:ext uri="{BB962C8B-B14F-4D97-AF65-F5344CB8AC3E}">
        <p14:creationId xmlns:p14="http://schemas.microsoft.com/office/powerpoint/2010/main" val="17122419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vadinimas 1">
            <a:extLst>
              <a:ext uri="{FF2B5EF4-FFF2-40B4-BE49-F238E27FC236}">
                <a16:creationId xmlns:a16="http://schemas.microsoft.com/office/drawing/2014/main" id="{E4E26D1B-F0F5-426B-A8A4-706466E234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lt-LT" dirty="0"/>
              <a:t>Kalbos tikslas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116900F-88F8-4298-885B-26459BF31092}"/>
              </a:ext>
            </a:extLst>
          </p:cNvPr>
          <p:cNvSpPr txBox="1"/>
          <p:nvPr/>
        </p:nvSpPr>
        <p:spPr>
          <a:xfrm>
            <a:off x="580189" y="2204452"/>
            <a:ext cx="5296568" cy="652224"/>
          </a:xfrm>
          <a:prstGeom prst="rect">
            <a:avLst/>
          </a:prstGeo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lt-LT" dirty="0"/>
              <a:t>Reikia pasirinkti temą, o </a:t>
            </a:r>
            <a:r>
              <a:rPr lang="lt-LT"/>
              <a:t>tada nustatyti kalbos tikslą, atsižvelgiant į pasirinktą intenciją.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EDBDA08-2FBA-4432-BF4B-A9CC15FF6FAD}"/>
              </a:ext>
            </a:extLst>
          </p:cNvPr>
          <p:cNvSpPr txBox="1"/>
          <p:nvPr/>
        </p:nvSpPr>
        <p:spPr>
          <a:xfrm>
            <a:off x="580189" y="3233821"/>
            <a:ext cx="3719094" cy="2585323"/>
          </a:xfrm>
          <a:prstGeom prst="rect">
            <a:avLst/>
          </a:prstGeo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lt-LT"/>
              <a:t>Kaip tikslas priklauso nuo intencijos:</a:t>
            </a:r>
          </a:p>
          <a:p>
            <a:pPr algn="ctr"/>
            <a:endParaRPr lang="lt-LT" dirty="0"/>
          </a:p>
          <a:p>
            <a:pPr marL="285750" indent="-285750">
              <a:buFont typeface="Arial"/>
              <a:buChar char="•"/>
            </a:pPr>
            <a:r>
              <a:rPr lang="lt-LT"/>
              <a:t>Tema</a:t>
            </a:r>
            <a:endParaRPr lang="lt-LT">
              <a:ea typeface="+mn-lt"/>
              <a:cs typeface="+mn-lt"/>
            </a:endParaRPr>
          </a:p>
          <a:p>
            <a:pPr marL="285750" indent="-285750">
              <a:buFont typeface="Arial"/>
              <a:buChar char="•"/>
            </a:pPr>
            <a:r>
              <a:rPr lang="lt-LT"/>
              <a:t>Intencija - įtikinti, informuoti, paskatinti veikti ir sužadinti jausmus</a:t>
            </a:r>
            <a:endParaRPr lang="lt-LT">
              <a:ea typeface="+mn-lt"/>
              <a:cs typeface="+mn-lt"/>
            </a:endParaRPr>
          </a:p>
          <a:p>
            <a:pPr marL="285750" indent="-285750">
              <a:buFont typeface="Arial"/>
              <a:buChar char="•"/>
            </a:pPr>
            <a:r>
              <a:rPr lang="lt-LT"/>
              <a:t>Tikslas - įtikinti klausytojus, supažindinti auditoriją, raginti.</a:t>
            </a:r>
          </a:p>
          <a:p>
            <a:endParaRPr lang="lt-LT" dirty="0"/>
          </a:p>
        </p:txBody>
      </p:sp>
    </p:spTree>
    <p:extLst>
      <p:ext uri="{BB962C8B-B14F-4D97-AF65-F5344CB8AC3E}">
        <p14:creationId xmlns:p14="http://schemas.microsoft.com/office/powerpoint/2010/main" val="10010987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vadinimas 1">
            <a:extLst>
              <a:ext uri="{FF2B5EF4-FFF2-40B4-BE49-F238E27FC236}">
                <a16:creationId xmlns:a16="http://schemas.microsoft.com/office/drawing/2014/main" id="{09A581C7-EBF4-49B1-9473-837CABDDB3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lt-LT"/>
              <a:t>Tikslo formulavimas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BFE5547-1789-4345-8EF0-D1133EDE5AAD}"/>
              </a:ext>
            </a:extLst>
          </p:cNvPr>
          <p:cNvSpPr txBox="1"/>
          <p:nvPr/>
        </p:nvSpPr>
        <p:spPr>
          <a:xfrm>
            <a:off x="582561" y="2222780"/>
            <a:ext cx="7450392" cy="4524315"/>
          </a:xfrm>
          <a:prstGeom prst="rect">
            <a:avLst/>
          </a:prstGeo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342900" indent="-342900">
              <a:buAutoNum type="arabicPeriod"/>
            </a:pPr>
            <a:r>
              <a:rPr lang="lt-LT" dirty="0"/>
              <a:t>Sudaryti frazę su bendratimi (</a:t>
            </a:r>
            <a:r>
              <a:rPr lang="lt-LT" i="1" dirty="0"/>
              <a:t>paaiškinti, parodyti, pa­grįsti, įrodyti), nes</a:t>
            </a:r>
            <a:r>
              <a:rPr lang="lt-LT" dirty="0"/>
              <a:t> bendratis rodo kryptį. </a:t>
            </a:r>
            <a:endParaRPr lang="lt-LT"/>
          </a:p>
          <a:p>
            <a:pPr marL="342900" indent="-342900">
              <a:buAutoNum type="arabicPeriod"/>
            </a:pPr>
            <a:r>
              <a:rPr lang="lt-LT" dirty="0"/>
              <a:t>Užrašyti tikslą pilnu sakiniu.</a:t>
            </a:r>
          </a:p>
          <a:p>
            <a:pPr marL="342900" indent="-342900">
              <a:buAutoNum type="arabicPeriod"/>
            </a:pPr>
            <a:r>
              <a:rPr lang="lt-LT" dirty="0"/>
              <a:t>Užrašyti tik vieną mintį </a:t>
            </a:r>
          </a:p>
          <a:p>
            <a:endParaRPr lang="lt-LT" dirty="0"/>
          </a:p>
          <a:p>
            <a:r>
              <a:rPr lang="lt-LT" dirty="0"/>
              <a:t>Tikslas padės:</a:t>
            </a:r>
          </a:p>
          <a:p>
            <a:pPr marL="285750" indent="-285750">
              <a:buFont typeface="Arial"/>
              <a:buChar char="•"/>
            </a:pPr>
            <a:r>
              <a:rPr lang="lt-LT" dirty="0"/>
              <a:t>nuspręsti, kokios medžiagos reikia ieškoti (sutaupysi ruošimosi laiką),</a:t>
            </a:r>
          </a:p>
          <a:p>
            <a:pPr marL="285750" indent="-285750">
              <a:buFont typeface="Arial"/>
              <a:buChar char="•"/>
            </a:pPr>
            <a:r>
              <a:rPr lang="lt-LT" dirty="0"/>
              <a:t>logiškai išdėstyti mintis.</a:t>
            </a:r>
          </a:p>
          <a:p>
            <a:pPr marL="285750" indent="-285750">
              <a:buFont typeface="Arial"/>
              <a:buChar char="•"/>
            </a:pPr>
            <a:endParaRPr lang="lt-LT" dirty="0"/>
          </a:p>
          <a:p>
            <a:endParaRPr lang="lt-LT" dirty="0"/>
          </a:p>
          <a:p>
            <a:r>
              <a:rPr lang="lt-LT" dirty="0"/>
              <a:t>Tikslas, kaip ir temos pasirinkimas bei rengimasis jai, priklauso nuo trijų dalykų: nuo paties kalbėtojo, klausytojų ir nuo kalbos aplinkybių, arba, mokslo kalba sakant, nuo adresanto, adresato ir situacijos.</a:t>
            </a:r>
          </a:p>
          <a:p>
            <a:endParaRPr lang="lt-LT" dirty="0"/>
          </a:p>
          <a:p>
            <a:endParaRPr lang="lt-LT" dirty="0"/>
          </a:p>
          <a:p>
            <a:pPr algn="ctr"/>
            <a:endParaRPr lang="lt-LT" dirty="0"/>
          </a:p>
        </p:txBody>
      </p:sp>
    </p:spTree>
    <p:extLst>
      <p:ext uri="{BB962C8B-B14F-4D97-AF65-F5344CB8AC3E}">
        <p14:creationId xmlns:p14="http://schemas.microsoft.com/office/powerpoint/2010/main" val="271908784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lumMod val="110000"/>
              </a:schemeClr>
            </a:gs>
            <a:gs pos="100000">
              <a:schemeClr val="bg2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9" name="Rectangle 10248">
            <a:extLst>
              <a:ext uri="{FF2B5EF4-FFF2-40B4-BE49-F238E27FC236}">
                <a16:creationId xmlns:a16="http://schemas.microsoft.com/office/drawing/2014/main" id="{75F28DDD-9641-43BA-944D-79B0687051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8001"/>
          </a:xfrm>
          <a:prstGeom prst="rect">
            <a:avLst/>
          </a:prstGeom>
          <a:solidFill>
            <a:srgbClr val="FFFE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242" name="Rectangle 2">
            <a:extLst>
              <a:ext uri="{FF2B5EF4-FFF2-40B4-BE49-F238E27FC236}">
                <a16:creationId xmlns:a16="http://schemas.microsoft.com/office/drawing/2014/main" id="{12758055-E4F5-3F6B-CE59-AE4EFEEB8775}"/>
              </a:ext>
            </a:extLst>
          </p:cNvPr>
          <p:cNvSpPr>
            <a:spLocks noGrp="1" noRot="1" noChangeArrowheads="1"/>
          </p:cNvSpPr>
          <p:nvPr>
            <p:ph type="title"/>
          </p:nvPr>
        </p:nvSpPr>
        <p:spPr>
          <a:xfrm>
            <a:off x="746228" y="1037967"/>
            <a:ext cx="3054091" cy="4709131"/>
          </a:xfrm>
        </p:spPr>
        <p:txBody>
          <a:bodyPr anchor="ctr">
            <a:normAutofit/>
          </a:bodyPr>
          <a:lstStyle/>
          <a:p>
            <a:pPr eaLnBrk="1" hangingPunct="1">
              <a:defRPr/>
            </a:pPr>
            <a:r>
              <a:rPr lang="lt-LT" altLang="lt-LT">
                <a:solidFill>
                  <a:schemeClr val="accent1"/>
                </a:solidFill>
              </a:rPr>
              <a:t>Pagrindiniai retoriniai dėmenys:</a:t>
            </a:r>
            <a:endParaRPr lang="en-US" altLang="lt-LT">
              <a:solidFill>
                <a:schemeClr val="accent1"/>
              </a:solidFill>
            </a:endParaRPr>
          </a:p>
        </p:txBody>
      </p:sp>
      <p:sp>
        <p:nvSpPr>
          <p:cNvPr id="10251" name="Rectangle 10250">
            <a:extLst>
              <a:ext uri="{FF2B5EF4-FFF2-40B4-BE49-F238E27FC236}">
                <a16:creationId xmlns:a16="http://schemas.microsoft.com/office/drawing/2014/main" id="{32AA2954-062E-4B72-A97B-0B066FB156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lt-LT"/>
          </a:p>
        </p:txBody>
      </p:sp>
      <p:sp>
        <p:nvSpPr>
          <p:cNvPr id="10253" name="Rectangle 10252">
            <a:extLst>
              <a:ext uri="{FF2B5EF4-FFF2-40B4-BE49-F238E27FC236}">
                <a16:creationId xmlns:a16="http://schemas.microsoft.com/office/drawing/2014/main" id="{10CA29A6-E0B1-40CD-ADF7-7B8E932A32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lt-LT"/>
          </a:p>
        </p:txBody>
      </p:sp>
      <p:sp>
        <p:nvSpPr>
          <p:cNvPr id="10255" name="Rectangle 10254">
            <a:extLst>
              <a:ext uri="{FF2B5EF4-FFF2-40B4-BE49-F238E27FC236}">
                <a16:creationId xmlns:a16="http://schemas.microsoft.com/office/drawing/2014/main" id="{8DD5F866-AD72-475A-B6C6-54E4577D4A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lt-LT"/>
          </a:p>
        </p:txBody>
      </p:sp>
      <p:sp>
        <p:nvSpPr>
          <p:cNvPr id="10257" name="Rectangle 10256">
            <a:extLst>
              <a:ext uri="{FF2B5EF4-FFF2-40B4-BE49-F238E27FC236}">
                <a16:creationId xmlns:a16="http://schemas.microsoft.com/office/drawing/2014/main" id="{C02BAD4C-6EA9-4F10-92D4-A1C8C53DAE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6851" y="723898"/>
            <a:ext cx="7498616" cy="5676901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lt-LT"/>
          </a:p>
        </p:txBody>
      </p:sp>
      <p:graphicFrame>
        <p:nvGraphicFramePr>
          <p:cNvPr id="10245" name="Rectangle 3">
            <a:extLst>
              <a:ext uri="{FF2B5EF4-FFF2-40B4-BE49-F238E27FC236}">
                <a16:creationId xmlns:a16="http://schemas.microsoft.com/office/drawing/2014/main" id="{460C5FAF-D9F7-DA91-8300-72AC1BE78F3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55655416"/>
              </p:ext>
            </p:extLst>
          </p:nvPr>
        </p:nvGraphicFramePr>
        <p:xfrm>
          <a:off x="4598438" y="1037967"/>
          <a:ext cx="7012370" cy="470913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lumMod val="110000"/>
              </a:schemeClr>
            </a:gs>
            <a:gs pos="100000">
              <a:schemeClr val="bg2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73" name="Rectangle 11272">
            <a:extLst>
              <a:ext uri="{FF2B5EF4-FFF2-40B4-BE49-F238E27FC236}">
                <a16:creationId xmlns:a16="http://schemas.microsoft.com/office/drawing/2014/main" id="{75F28DDD-9641-43BA-944D-79B0687051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8001"/>
          </a:xfrm>
          <a:prstGeom prst="rect">
            <a:avLst/>
          </a:prstGeom>
          <a:solidFill>
            <a:srgbClr val="FFFE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266" name="Rectangle 2">
            <a:extLst>
              <a:ext uri="{FF2B5EF4-FFF2-40B4-BE49-F238E27FC236}">
                <a16:creationId xmlns:a16="http://schemas.microsoft.com/office/drawing/2014/main" id="{542A11C6-E654-7A05-6AAD-A594BC507806}"/>
              </a:ext>
            </a:extLst>
          </p:cNvPr>
          <p:cNvSpPr>
            <a:spLocks noGrp="1" noRot="1" noChangeArrowheads="1"/>
          </p:cNvSpPr>
          <p:nvPr>
            <p:ph type="title"/>
          </p:nvPr>
        </p:nvSpPr>
        <p:spPr>
          <a:xfrm>
            <a:off x="746228" y="1037967"/>
            <a:ext cx="3054091" cy="4709131"/>
          </a:xfrm>
        </p:spPr>
        <p:txBody>
          <a:bodyPr anchor="ctr">
            <a:normAutofit/>
          </a:bodyPr>
          <a:lstStyle/>
          <a:p>
            <a:pPr eaLnBrk="1" hangingPunct="1">
              <a:defRPr/>
            </a:pPr>
            <a:r>
              <a:rPr lang="lt-LT" altLang="lt-LT">
                <a:solidFill>
                  <a:schemeClr val="accent1"/>
                </a:solidFill>
              </a:rPr>
              <a:t>			TIKSLAS</a:t>
            </a:r>
            <a:endParaRPr lang="en-US" altLang="lt-LT">
              <a:solidFill>
                <a:schemeClr val="accent1"/>
              </a:solidFill>
            </a:endParaRPr>
          </a:p>
        </p:txBody>
      </p:sp>
      <p:sp>
        <p:nvSpPr>
          <p:cNvPr id="11275" name="Rectangle 11274">
            <a:extLst>
              <a:ext uri="{FF2B5EF4-FFF2-40B4-BE49-F238E27FC236}">
                <a16:creationId xmlns:a16="http://schemas.microsoft.com/office/drawing/2014/main" id="{32AA2954-062E-4B72-A97B-0B066FB156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lt-LT"/>
          </a:p>
        </p:txBody>
      </p:sp>
      <p:sp>
        <p:nvSpPr>
          <p:cNvPr id="11277" name="Rectangle 11276">
            <a:extLst>
              <a:ext uri="{FF2B5EF4-FFF2-40B4-BE49-F238E27FC236}">
                <a16:creationId xmlns:a16="http://schemas.microsoft.com/office/drawing/2014/main" id="{10CA29A6-E0B1-40CD-ADF7-7B8E932A32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lt-LT"/>
          </a:p>
        </p:txBody>
      </p:sp>
      <p:sp>
        <p:nvSpPr>
          <p:cNvPr id="11279" name="Rectangle 11278">
            <a:extLst>
              <a:ext uri="{FF2B5EF4-FFF2-40B4-BE49-F238E27FC236}">
                <a16:creationId xmlns:a16="http://schemas.microsoft.com/office/drawing/2014/main" id="{8DD5F866-AD72-475A-B6C6-54E4577D4A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lt-LT"/>
          </a:p>
        </p:txBody>
      </p:sp>
      <p:sp>
        <p:nvSpPr>
          <p:cNvPr id="11281" name="Rectangle 11280">
            <a:extLst>
              <a:ext uri="{FF2B5EF4-FFF2-40B4-BE49-F238E27FC236}">
                <a16:creationId xmlns:a16="http://schemas.microsoft.com/office/drawing/2014/main" id="{C02BAD4C-6EA9-4F10-92D4-A1C8C53DAE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6851" y="723898"/>
            <a:ext cx="7498616" cy="5676901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lt-LT"/>
          </a:p>
        </p:txBody>
      </p:sp>
      <p:graphicFrame>
        <p:nvGraphicFramePr>
          <p:cNvPr id="11269" name="Rectangle 3">
            <a:extLst>
              <a:ext uri="{FF2B5EF4-FFF2-40B4-BE49-F238E27FC236}">
                <a16:creationId xmlns:a16="http://schemas.microsoft.com/office/drawing/2014/main" id="{08E2024A-1A9E-C690-53EE-97A94D7BC69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731633125"/>
              </p:ext>
            </p:extLst>
          </p:nvPr>
        </p:nvGraphicFramePr>
        <p:xfrm>
          <a:off x="4598438" y="1037967"/>
          <a:ext cx="7012370" cy="470913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296" name="Rectangle 12295">
            <a:extLst>
              <a:ext uri="{FF2B5EF4-FFF2-40B4-BE49-F238E27FC236}">
                <a16:creationId xmlns:a16="http://schemas.microsoft.com/office/drawing/2014/main" id="{E2B7D02C-F642-492B-8E97-FDE1C0FDA3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290" name="Rectangle 2">
            <a:extLst>
              <a:ext uri="{FF2B5EF4-FFF2-40B4-BE49-F238E27FC236}">
                <a16:creationId xmlns:a16="http://schemas.microsoft.com/office/drawing/2014/main" id="{14F47956-0E32-294C-2B4F-FBA7FEF75C8C}"/>
              </a:ext>
            </a:extLst>
          </p:cNvPr>
          <p:cNvSpPr>
            <a:spLocks noGrp="1" noRot="1" noChangeArrowheads="1"/>
          </p:cNvSpPr>
          <p:nvPr>
            <p:ph type="title"/>
          </p:nvPr>
        </p:nvSpPr>
        <p:spPr>
          <a:xfrm>
            <a:off x="581192" y="1507414"/>
            <a:ext cx="5120255" cy="3903332"/>
          </a:xfrm>
        </p:spPr>
        <p:txBody>
          <a:bodyPr>
            <a:normAutofit/>
          </a:bodyPr>
          <a:lstStyle/>
          <a:p>
            <a:pPr eaLnBrk="1" hangingPunct="1">
              <a:defRPr/>
            </a:pPr>
            <a:r>
              <a:rPr lang="lt-LT" altLang="lt-LT" sz="4000">
                <a:solidFill>
                  <a:schemeClr val="accent2"/>
                </a:solidFill>
              </a:rPr>
              <a:t>Tikslas nurodo tai, ką noriu pasiekti.</a:t>
            </a:r>
            <a:endParaRPr lang="en-US" altLang="lt-LT" sz="4000">
              <a:solidFill>
                <a:schemeClr val="accent2"/>
              </a:solidFill>
            </a:endParaRPr>
          </a:p>
        </p:txBody>
      </p:sp>
      <p:sp>
        <p:nvSpPr>
          <p:cNvPr id="12298" name="Rectangle 12297">
            <a:extLst>
              <a:ext uri="{FF2B5EF4-FFF2-40B4-BE49-F238E27FC236}">
                <a16:creationId xmlns:a16="http://schemas.microsoft.com/office/drawing/2014/main" id="{A2D0BA34-24BC-4C63-945A-90AA854E19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3642"/>
            <a:ext cx="11298933" cy="512708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lt-LT"/>
          </a:p>
        </p:txBody>
      </p:sp>
      <p:sp>
        <p:nvSpPr>
          <p:cNvPr id="12291" name="Rectangle 3">
            <a:extLst>
              <a:ext uri="{FF2B5EF4-FFF2-40B4-BE49-F238E27FC236}">
                <a16:creationId xmlns:a16="http://schemas.microsoft.com/office/drawing/2014/main" id="{0F87F4AC-233C-0111-9874-1DAF5ADBC79E}"/>
              </a:ext>
            </a:extLst>
          </p:cNvPr>
          <p:cNvSpPr>
            <a:spLocks noGrp="1" noRot="1" noChangeArrowheads="1"/>
          </p:cNvSpPr>
          <p:nvPr>
            <p:ph type="body" idx="1"/>
          </p:nvPr>
        </p:nvSpPr>
        <p:spPr>
          <a:xfrm>
            <a:off x="6400800" y="1507415"/>
            <a:ext cx="5210007" cy="3903331"/>
          </a:xfrm>
          <a:ln w="57150">
            <a:noFill/>
          </a:ln>
        </p:spPr>
        <p:txBody>
          <a:bodyPr>
            <a:normAutofit/>
          </a:bodyPr>
          <a:lstStyle/>
          <a:p>
            <a:pPr>
              <a:defRPr/>
            </a:pPr>
            <a:r>
              <a:rPr lang="lt-LT" altLang="lt-LT" sz="2000" dirty="0"/>
              <a:t>Visa prezentacija turi būti orientuota į klausytojus, tarnauti jiems, o ne pranešėjui, nes esminis dalykas yra informacijos priėmimas, o ne siuntimas.</a:t>
            </a:r>
          </a:p>
          <a:p>
            <a:pPr>
              <a:defRPr/>
            </a:pPr>
            <a:r>
              <a:rPr lang="lt-LT" altLang="lt-LT" sz="2000" dirty="0"/>
              <a:t>Vadinasi, pagrindinis tikslas – taip perteikti mintį, kad auditorija ją be vargo suprastų ir įsimintų.</a:t>
            </a:r>
            <a:endParaRPr lang="en-US" altLang="lt-LT" sz="2000" dirty="0"/>
          </a:p>
        </p:txBody>
      </p:sp>
      <p:sp>
        <p:nvSpPr>
          <p:cNvPr id="12300" name="Rectangle 12299">
            <a:extLst>
              <a:ext uri="{FF2B5EF4-FFF2-40B4-BE49-F238E27FC236}">
                <a16:creationId xmlns:a16="http://schemas.microsoft.com/office/drawing/2014/main" id="{0647415D-11C2-4BA0-A3EE-E0DA219B3A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5878019"/>
            <a:ext cx="11298933" cy="512708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lt-LT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lumMod val="110000"/>
              </a:schemeClr>
            </a:gs>
            <a:gs pos="100000">
              <a:schemeClr val="bg2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21" name="Rectangle 13320">
            <a:extLst>
              <a:ext uri="{FF2B5EF4-FFF2-40B4-BE49-F238E27FC236}">
                <a16:creationId xmlns:a16="http://schemas.microsoft.com/office/drawing/2014/main" id="{75F28DDD-9641-43BA-944D-79B0687051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8001"/>
          </a:xfrm>
          <a:prstGeom prst="rect">
            <a:avLst/>
          </a:prstGeom>
          <a:solidFill>
            <a:srgbClr val="FFFE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314" name="Rectangle 2">
            <a:extLst>
              <a:ext uri="{FF2B5EF4-FFF2-40B4-BE49-F238E27FC236}">
                <a16:creationId xmlns:a16="http://schemas.microsoft.com/office/drawing/2014/main" id="{A39F46CB-0869-2117-F8F3-25E8AC452961}"/>
              </a:ext>
            </a:extLst>
          </p:cNvPr>
          <p:cNvSpPr>
            <a:spLocks noGrp="1" noRot="1" noChangeArrowheads="1"/>
          </p:cNvSpPr>
          <p:nvPr>
            <p:ph type="title"/>
          </p:nvPr>
        </p:nvSpPr>
        <p:spPr>
          <a:xfrm>
            <a:off x="746228" y="1037967"/>
            <a:ext cx="3054091" cy="4709131"/>
          </a:xfrm>
        </p:spPr>
        <p:txBody>
          <a:bodyPr anchor="ctr">
            <a:normAutofit/>
          </a:bodyPr>
          <a:lstStyle/>
          <a:p>
            <a:pPr eaLnBrk="1" hangingPunct="1">
              <a:defRPr/>
            </a:pPr>
            <a:r>
              <a:rPr lang="lt-LT" altLang="lt-LT">
                <a:solidFill>
                  <a:schemeClr val="accent1"/>
                </a:solidFill>
              </a:rPr>
              <a:t>   PAGRINDINĖ MINTIS</a:t>
            </a:r>
            <a:endParaRPr lang="en-US" altLang="lt-LT">
              <a:solidFill>
                <a:schemeClr val="accent1"/>
              </a:solidFill>
            </a:endParaRPr>
          </a:p>
        </p:txBody>
      </p:sp>
      <p:sp>
        <p:nvSpPr>
          <p:cNvPr id="13323" name="Rectangle 13322">
            <a:extLst>
              <a:ext uri="{FF2B5EF4-FFF2-40B4-BE49-F238E27FC236}">
                <a16:creationId xmlns:a16="http://schemas.microsoft.com/office/drawing/2014/main" id="{32AA2954-062E-4B72-A97B-0B066FB156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lt-LT"/>
          </a:p>
        </p:txBody>
      </p:sp>
      <p:sp>
        <p:nvSpPr>
          <p:cNvPr id="13325" name="Rectangle 13324">
            <a:extLst>
              <a:ext uri="{FF2B5EF4-FFF2-40B4-BE49-F238E27FC236}">
                <a16:creationId xmlns:a16="http://schemas.microsoft.com/office/drawing/2014/main" id="{10CA29A6-E0B1-40CD-ADF7-7B8E932A32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lt-LT"/>
          </a:p>
        </p:txBody>
      </p:sp>
      <p:sp>
        <p:nvSpPr>
          <p:cNvPr id="13327" name="Rectangle 13326">
            <a:extLst>
              <a:ext uri="{FF2B5EF4-FFF2-40B4-BE49-F238E27FC236}">
                <a16:creationId xmlns:a16="http://schemas.microsoft.com/office/drawing/2014/main" id="{8DD5F866-AD72-475A-B6C6-54E4577D4A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lt-LT"/>
          </a:p>
        </p:txBody>
      </p:sp>
      <p:sp>
        <p:nvSpPr>
          <p:cNvPr id="13329" name="Rectangle 13328">
            <a:extLst>
              <a:ext uri="{FF2B5EF4-FFF2-40B4-BE49-F238E27FC236}">
                <a16:creationId xmlns:a16="http://schemas.microsoft.com/office/drawing/2014/main" id="{C02BAD4C-6EA9-4F10-92D4-A1C8C53DAE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6851" y="723898"/>
            <a:ext cx="7498616" cy="5676901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lt-LT"/>
          </a:p>
        </p:txBody>
      </p:sp>
      <p:graphicFrame>
        <p:nvGraphicFramePr>
          <p:cNvPr id="13317" name="Rectangle 3">
            <a:extLst>
              <a:ext uri="{FF2B5EF4-FFF2-40B4-BE49-F238E27FC236}">
                <a16:creationId xmlns:a16="http://schemas.microsoft.com/office/drawing/2014/main" id="{D2671F2A-82D4-EDD3-C93B-64FCBE6321B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457946077"/>
              </p:ext>
            </p:extLst>
          </p:nvPr>
        </p:nvGraphicFramePr>
        <p:xfrm>
          <a:off x="4598438" y="1037967"/>
          <a:ext cx="7012370" cy="470913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>
            <a:extLst>
              <a:ext uri="{FF2B5EF4-FFF2-40B4-BE49-F238E27FC236}">
                <a16:creationId xmlns:a16="http://schemas.microsoft.com/office/drawing/2014/main" id="{D539590D-814D-BAC3-AD8B-E5FF365717EC}"/>
              </a:ext>
            </a:extLst>
          </p:cNvPr>
          <p:cNvSpPr>
            <a:spLocks noGrp="1" noRot="1" noChangeArrowheads="1"/>
          </p:cNvSpPr>
          <p:nvPr>
            <p:ph type="title"/>
          </p:nvPr>
        </p:nvSpPr>
        <p:spPr>
          <a:xfrm>
            <a:off x="1981201" y="228601"/>
            <a:ext cx="8385175" cy="1431925"/>
          </a:xfrm>
        </p:spPr>
        <p:txBody>
          <a:bodyPr/>
          <a:lstStyle/>
          <a:p>
            <a:pPr eaLnBrk="1" hangingPunct="1">
              <a:defRPr/>
            </a:pPr>
            <a:r>
              <a:rPr lang="lt-LT" altLang="lt-LT"/>
              <a:t>   Kalbos organizavimas</a:t>
            </a:r>
            <a:endParaRPr lang="en-US" altLang="lt-LT"/>
          </a:p>
        </p:txBody>
      </p:sp>
      <p:sp>
        <p:nvSpPr>
          <p:cNvPr id="19459" name="Rectangle 3">
            <a:extLst>
              <a:ext uri="{FF2B5EF4-FFF2-40B4-BE49-F238E27FC236}">
                <a16:creationId xmlns:a16="http://schemas.microsoft.com/office/drawing/2014/main" id="{CD0909E6-44F1-07C0-5148-9CD3F8154F3F}"/>
              </a:ext>
            </a:extLst>
          </p:cNvPr>
          <p:cNvSpPr>
            <a:spLocks noGrp="1" noRot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buFont typeface="Wingdings" panose="05000000000000000000" pitchFamily="2" charset="2"/>
              <a:buNone/>
              <a:defRPr/>
            </a:pPr>
            <a:endParaRPr lang="lt-LT" altLang="lt-LT" dirty="0"/>
          </a:p>
          <a:p>
            <a:pPr>
              <a:defRPr/>
            </a:pPr>
            <a:r>
              <a:rPr lang="lt-LT" altLang="lt-LT" sz="4000" dirty="0"/>
              <a:t>Kad žmonės priimtų informaciją, jie pirmiausia turi patikėti, kad ta informacija jiems reikalinga.</a:t>
            </a:r>
            <a:endParaRPr lang="en-US" altLang="lt-LT" sz="4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>
            <a:extLst>
              <a:ext uri="{FF2B5EF4-FFF2-40B4-BE49-F238E27FC236}">
                <a16:creationId xmlns:a16="http://schemas.microsoft.com/office/drawing/2014/main" id="{E659883F-8B50-CAB8-91C7-B0D233F6325E}"/>
              </a:ext>
            </a:extLst>
          </p:cNvPr>
          <p:cNvSpPr>
            <a:spLocks noGrp="1" noRot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lt-LT" altLang="lt-LT"/>
              <a:t>  Prezentacijos matmenys</a:t>
            </a:r>
            <a:endParaRPr lang="en-US" altLang="lt-LT"/>
          </a:p>
        </p:txBody>
      </p:sp>
      <p:sp>
        <p:nvSpPr>
          <p:cNvPr id="18435" name="Rectangle 3">
            <a:extLst>
              <a:ext uri="{FF2B5EF4-FFF2-40B4-BE49-F238E27FC236}">
                <a16:creationId xmlns:a16="http://schemas.microsoft.com/office/drawing/2014/main" id="{CA06C24E-9B03-90DF-B23E-306616814E1E}"/>
              </a:ext>
            </a:extLst>
          </p:cNvPr>
          <p:cNvSpPr>
            <a:spLocks noGrp="1" noRot="1" noChangeArrowheads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pPr eaLnBrk="1" hangingPunct="1">
              <a:lnSpc>
                <a:spcPct val="80000"/>
              </a:lnSpc>
            </a:pPr>
            <a:r>
              <a:rPr lang="lt-LT" altLang="lt-LT" sz="2400" b="1" dirty="0"/>
              <a:t>Ką? </a:t>
            </a:r>
            <a:r>
              <a:rPr lang="lt-LT" altLang="lt-LT" sz="2400" dirty="0"/>
              <a:t>Kokią kalbą turiu sakyti? Ko iš manęs tikimasi? </a:t>
            </a:r>
          </a:p>
          <a:p>
            <a:pPr eaLnBrk="1" hangingPunct="1">
              <a:lnSpc>
                <a:spcPct val="80000"/>
              </a:lnSpc>
            </a:pPr>
            <a:r>
              <a:rPr lang="lt-LT" altLang="lt-LT" sz="2400" b="1" dirty="0"/>
              <a:t>Kam? </a:t>
            </a:r>
            <a:r>
              <a:rPr lang="lt-LT" altLang="lt-LT" sz="2400" dirty="0"/>
              <a:t>Kas bus mano klausytojai? Kiek jų bus?</a:t>
            </a:r>
          </a:p>
          <a:p>
            <a:pPr eaLnBrk="1" hangingPunct="1">
              <a:lnSpc>
                <a:spcPct val="80000"/>
              </a:lnSpc>
            </a:pPr>
            <a:r>
              <a:rPr lang="lt-LT" altLang="lt-LT" sz="2400" b="1" dirty="0"/>
              <a:t>Kodėl? </a:t>
            </a:r>
            <a:r>
              <a:rPr lang="lt-LT" altLang="lt-LT" sz="2400" dirty="0"/>
              <a:t>Kodėl aš kalbėsiu? Koks susirinkimo tikslas?</a:t>
            </a:r>
          </a:p>
          <a:p>
            <a:pPr eaLnBrk="1" hangingPunct="1">
              <a:lnSpc>
                <a:spcPct val="80000"/>
              </a:lnSpc>
            </a:pPr>
            <a:r>
              <a:rPr lang="lt-LT" altLang="lt-LT" sz="2400" b="1" dirty="0"/>
              <a:t>Kas? </a:t>
            </a:r>
            <a:r>
              <a:rPr lang="lt-LT" altLang="lt-LT" sz="2400" dirty="0"/>
              <a:t>Ar aš būsiu vienintelis pranešėjas? </a:t>
            </a:r>
          </a:p>
          <a:p>
            <a:pPr eaLnBrk="1" hangingPunct="1">
              <a:lnSpc>
                <a:spcPct val="80000"/>
              </a:lnSpc>
            </a:pPr>
            <a:r>
              <a:rPr lang="lt-LT" altLang="lt-LT" sz="2400" b="1" dirty="0"/>
              <a:t>Kada? </a:t>
            </a:r>
            <a:r>
              <a:rPr lang="lt-LT" altLang="lt-LT" sz="2400" dirty="0"/>
              <a:t>Kada numatyta mano kalbos pradžia? Kiek laiko skirta mano kalbai? Ar numatytas papildomas laikas bendravimui su auditorija?</a:t>
            </a:r>
          </a:p>
          <a:p>
            <a:pPr eaLnBrk="1" hangingPunct="1">
              <a:lnSpc>
                <a:spcPct val="80000"/>
              </a:lnSpc>
            </a:pPr>
            <a:r>
              <a:rPr lang="lt-LT" altLang="lt-LT" sz="2400" b="1" dirty="0"/>
              <a:t>Kur? </a:t>
            </a:r>
            <a:r>
              <a:rPr lang="lt-LT" altLang="lt-LT" sz="2400" dirty="0"/>
              <a:t>Kieno ,,teritorijoje” vyks kalbėjimas– mūsų ar klausytojų? Ar patalpa maža, ar didelė?</a:t>
            </a:r>
          </a:p>
          <a:p>
            <a:pPr eaLnBrk="1" hangingPunct="1">
              <a:lnSpc>
                <a:spcPct val="80000"/>
              </a:lnSpc>
            </a:pPr>
            <a:r>
              <a:rPr lang="lt-LT" altLang="lt-LT" sz="2400" b="1" dirty="0"/>
              <a:t>Kaip? </a:t>
            </a:r>
            <a:r>
              <a:rPr lang="lt-LT" altLang="lt-LT" sz="2400" dirty="0"/>
              <a:t>Kokia bus atmosfera – labai rimta ar laisva? Klausytojai sėdės ar vaikščios šen bei ten? Kokiomis garso ir vaizdo priemonėmis galėsiu naudotis?</a:t>
            </a:r>
            <a:endParaRPr lang="en-US" altLang="lt-LT" sz="2400" b="1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4584" name="Rectangle 24583">
            <a:extLst>
              <a:ext uri="{FF2B5EF4-FFF2-40B4-BE49-F238E27FC236}">
                <a16:creationId xmlns:a16="http://schemas.microsoft.com/office/drawing/2014/main" id="{E2B7D02C-F642-492B-8E97-FDE1C0FDA3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578" name="Rectangle 2">
            <a:extLst>
              <a:ext uri="{FF2B5EF4-FFF2-40B4-BE49-F238E27FC236}">
                <a16:creationId xmlns:a16="http://schemas.microsoft.com/office/drawing/2014/main" id="{7390F089-26B1-767A-56A4-AD1857110884}"/>
              </a:ext>
            </a:extLst>
          </p:cNvPr>
          <p:cNvSpPr>
            <a:spLocks noGrp="1" noRot="1" noChangeArrowheads="1"/>
          </p:cNvSpPr>
          <p:nvPr>
            <p:ph type="title"/>
          </p:nvPr>
        </p:nvSpPr>
        <p:spPr>
          <a:xfrm>
            <a:off x="581192" y="1507414"/>
            <a:ext cx="5120255" cy="3903332"/>
          </a:xfrm>
        </p:spPr>
        <p:txBody>
          <a:bodyPr>
            <a:normAutofit/>
          </a:bodyPr>
          <a:lstStyle/>
          <a:p>
            <a:pPr eaLnBrk="1" hangingPunct="1">
              <a:defRPr/>
            </a:pPr>
            <a:r>
              <a:rPr lang="lt-LT" altLang="lt-LT" sz="4000">
                <a:solidFill>
                  <a:schemeClr val="accent2"/>
                </a:solidFill>
              </a:rPr>
              <a:t>Vaizdinės priemonės. Skaidrės.</a:t>
            </a:r>
            <a:endParaRPr lang="en-US" altLang="lt-LT" sz="4000">
              <a:solidFill>
                <a:schemeClr val="accent2"/>
              </a:solidFill>
            </a:endParaRPr>
          </a:p>
        </p:txBody>
      </p:sp>
      <p:sp>
        <p:nvSpPr>
          <p:cNvPr id="24586" name="Rectangle 24585">
            <a:extLst>
              <a:ext uri="{FF2B5EF4-FFF2-40B4-BE49-F238E27FC236}">
                <a16:creationId xmlns:a16="http://schemas.microsoft.com/office/drawing/2014/main" id="{A2D0BA34-24BC-4C63-945A-90AA854E19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3642"/>
            <a:ext cx="11298933" cy="512708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lt-LT"/>
          </a:p>
        </p:txBody>
      </p:sp>
      <p:sp>
        <p:nvSpPr>
          <p:cNvPr id="24579" name="Rectangle 3">
            <a:extLst>
              <a:ext uri="{FF2B5EF4-FFF2-40B4-BE49-F238E27FC236}">
                <a16:creationId xmlns:a16="http://schemas.microsoft.com/office/drawing/2014/main" id="{BC213FEF-9570-8988-1A83-90432F0F8419}"/>
              </a:ext>
            </a:extLst>
          </p:cNvPr>
          <p:cNvSpPr>
            <a:spLocks noGrp="1" noRot="1" noChangeArrowheads="1"/>
          </p:cNvSpPr>
          <p:nvPr>
            <p:ph type="body" idx="1"/>
          </p:nvPr>
        </p:nvSpPr>
        <p:spPr>
          <a:xfrm>
            <a:off x="6400800" y="1507415"/>
            <a:ext cx="5210007" cy="3903331"/>
          </a:xfrm>
          <a:ln w="57150">
            <a:noFill/>
          </a:ln>
        </p:spPr>
        <p:txBody>
          <a:bodyPr>
            <a:normAutofit/>
          </a:bodyPr>
          <a:lstStyle/>
          <a:p>
            <a:pPr>
              <a:defRPr/>
            </a:pPr>
            <a:r>
              <a:rPr lang="lt-LT" altLang="lt-LT" sz="2000" dirty="0"/>
              <a:t>Visų vaizdinių priemonių paskirtis – sustiprinti prezentaciją, o ne būti prezentacija</a:t>
            </a:r>
            <a:r>
              <a:rPr lang="en-US" altLang="lt-LT" sz="2000" dirty="0"/>
              <a:t>!</a:t>
            </a:r>
            <a:endParaRPr lang="lt-LT" altLang="lt-LT" sz="2000" dirty="0"/>
          </a:p>
          <a:p>
            <a:pPr>
              <a:defRPr/>
            </a:pPr>
            <a:r>
              <a:rPr lang="lt-LT" altLang="lt-LT" sz="2000" dirty="0"/>
              <a:t>Kuo daugiau informacijos skaidrėje, tuo labiau stabdomas suvokimas</a:t>
            </a:r>
            <a:r>
              <a:rPr lang="en-US" altLang="lt-LT" sz="2000" dirty="0"/>
              <a:t>!</a:t>
            </a:r>
            <a:endParaRPr lang="lt-LT" altLang="lt-LT" sz="2000" dirty="0"/>
          </a:p>
          <a:p>
            <a:pPr>
              <a:defRPr/>
            </a:pPr>
            <a:r>
              <a:rPr lang="lt-LT" altLang="lt-LT" sz="2000" dirty="0"/>
              <a:t>Savaime vaizdinės priemonės kalbos nepagerina</a:t>
            </a:r>
            <a:r>
              <a:rPr lang="en-US" altLang="lt-LT" sz="2000" dirty="0"/>
              <a:t>!</a:t>
            </a:r>
          </a:p>
        </p:txBody>
      </p:sp>
      <p:sp>
        <p:nvSpPr>
          <p:cNvPr id="24588" name="Rectangle 24587">
            <a:extLst>
              <a:ext uri="{FF2B5EF4-FFF2-40B4-BE49-F238E27FC236}">
                <a16:creationId xmlns:a16="http://schemas.microsoft.com/office/drawing/2014/main" id="{0647415D-11C2-4BA0-A3EE-E0DA219B3A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5878019"/>
            <a:ext cx="11298933" cy="512708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lt-LT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>
            <a:extLst>
              <a:ext uri="{FF2B5EF4-FFF2-40B4-BE49-F238E27FC236}">
                <a16:creationId xmlns:a16="http://schemas.microsoft.com/office/drawing/2014/main" id="{15DB782E-570F-8FB4-362B-6A33D220D614}"/>
              </a:ext>
            </a:extLst>
          </p:cNvPr>
          <p:cNvSpPr>
            <a:spLocks noGrp="1" noRot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lt-LT" altLang="lt-LT"/>
              <a:t>Atsakymai į klausimus.</a:t>
            </a:r>
            <a:endParaRPr lang="en-US" altLang="lt-LT"/>
          </a:p>
        </p:txBody>
      </p:sp>
      <p:sp>
        <p:nvSpPr>
          <p:cNvPr id="30723" name="Rectangle 3">
            <a:extLst>
              <a:ext uri="{FF2B5EF4-FFF2-40B4-BE49-F238E27FC236}">
                <a16:creationId xmlns:a16="http://schemas.microsoft.com/office/drawing/2014/main" id="{E2D6CD92-5356-8AA7-1572-2D6373EA254D}"/>
              </a:ext>
            </a:extLst>
          </p:cNvPr>
          <p:cNvSpPr>
            <a:spLocks noGrp="1" noRot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defRPr/>
            </a:pPr>
            <a:r>
              <a:rPr lang="lt-LT" altLang="lt-LT" sz="2800" dirty="0"/>
              <a:t>Geras pranešėjas ne tik teikia informaciją, bet ir palaiko grįžtamąjį ryšį su klausytojais. Taip jis sužino, kaip auditorija suprato, kuri informacija jai yra svarbi, ką dar kartą reikėtų akcentuoti.</a:t>
            </a:r>
          </a:p>
          <a:p>
            <a:pPr>
              <a:defRPr/>
            </a:pPr>
            <a:r>
              <a:rPr lang="lt-LT" altLang="lt-LT" sz="2800" dirty="0"/>
              <a:t>Nesulaukti jokios klausytojų reakcijos nėra gera ženklas</a:t>
            </a:r>
            <a:r>
              <a:rPr lang="lt-LT" altLang="lt-LT" sz="2400" dirty="0"/>
              <a:t>.</a:t>
            </a:r>
            <a:endParaRPr lang="en-US" altLang="lt-LT" sz="2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D70130DC-F780-43D2-B26A-92EACD7895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4E4E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7676E0E-5B44-4166-8EDD-CFDBAC622C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3" y="457201"/>
            <a:ext cx="11298933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lt-LT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31AF63A-460A-46A6-ADE2-F4947D73ECBE}"/>
              </a:ext>
            </a:extLst>
          </p:cNvPr>
          <p:cNvSpPr txBox="1"/>
          <p:nvPr/>
        </p:nvSpPr>
        <p:spPr>
          <a:xfrm>
            <a:off x="581192" y="1879600"/>
            <a:ext cx="11029615" cy="3979200"/>
          </a:xfrm>
          <a:prstGeom prst="rect">
            <a:avLst/>
          </a:prstGeom>
        </p:spPr>
        <p:txBody>
          <a:bodyPr rot="0" spcFirstLastPara="0" vertOverflow="overflow" horzOverflow="overflow" vert="horz" lIns="91440" tIns="45720" rIns="91440" bIns="45720" numCol="1" spcCol="0" rtlCol="0" fromWordArt="0" anchor="ctr" anchorCtr="0" forceAA="0" compatLnSpc="1">
            <a:prstTxWarp prst="textNoShape">
              <a:avLst/>
            </a:prstTxWarp>
            <a:normAutofit/>
          </a:bodyPr>
          <a:lstStyle/>
          <a:p>
            <a:pPr defTabSz="457200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</a:pPr>
            <a:r>
              <a:rPr lang="en-US" sz="2400" dirty="0" err="1">
                <a:solidFill>
                  <a:schemeClr val="accent2">
                    <a:lumMod val="50000"/>
                  </a:schemeClr>
                </a:solidFill>
              </a:rPr>
              <a:t>Pavyzdys</a:t>
            </a:r>
            <a:r>
              <a:rPr lang="lt-LT" sz="2400" dirty="0">
                <a:solidFill>
                  <a:schemeClr val="accent2">
                    <a:lumMod val="50000"/>
                  </a:schemeClr>
                </a:solidFill>
              </a:rPr>
              <a:t>. </a:t>
            </a:r>
            <a:r>
              <a:rPr lang="en-US" sz="2400" dirty="0">
                <a:solidFill>
                  <a:schemeClr val="accent2">
                    <a:lumMod val="50000"/>
                  </a:schemeClr>
                </a:solidFill>
              </a:rPr>
              <a:t> </a:t>
            </a:r>
            <a:r>
              <a:rPr lang="en-US" sz="2400" dirty="0" err="1">
                <a:solidFill>
                  <a:schemeClr val="accent2">
                    <a:lumMod val="50000"/>
                  </a:schemeClr>
                </a:solidFill>
              </a:rPr>
              <a:t>Jūs</a:t>
            </a:r>
            <a:r>
              <a:rPr lang="en-US" sz="2400" dirty="0">
                <a:solidFill>
                  <a:schemeClr val="accent2">
                    <a:lumMod val="50000"/>
                  </a:schemeClr>
                </a:solidFill>
              </a:rPr>
              <a:t> </a:t>
            </a:r>
            <a:r>
              <a:rPr lang="en-US" sz="2400" dirty="0" err="1">
                <a:solidFill>
                  <a:schemeClr val="accent2">
                    <a:lumMod val="50000"/>
                  </a:schemeClr>
                </a:solidFill>
              </a:rPr>
              <a:t>esate</a:t>
            </a:r>
            <a:r>
              <a:rPr lang="en-US" sz="2400" dirty="0">
                <a:solidFill>
                  <a:schemeClr val="accent2">
                    <a:lumMod val="50000"/>
                  </a:schemeClr>
                </a:solidFill>
              </a:rPr>
              <a:t> </a:t>
            </a:r>
            <a:r>
              <a:rPr lang="en-US" sz="2400" dirty="0" err="1">
                <a:solidFill>
                  <a:schemeClr val="accent2">
                    <a:lumMod val="50000"/>
                  </a:schemeClr>
                </a:solidFill>
              </a:rPr>
              <a:t>krepšinio</a:t>
            </a:r>
            <a:r>
              <a:rPr lang="en-US" sz="2400" dirty="0">
                <a:solidFill>
                  <a:schemeClr val="accent2">
                    <a:lumMod val="50000"/>
                  </a:schemeClr>
                </a:solidFill>
              </a:rPr>
              <a:t> </a:t>
            </a:r>
            <a:r>
              <a:rPr lang="en-US" sz="2400" dirty="0" err="1">
                <a:solidFill>
                  <a:schemeClr val="accent2">
                    <a:lumMod val="50000"/>
                  </a:schemeClr>
                </a:solidFill>
              </a:rPr>
              <a:t>komandos</a:t>
            </a:r>
            <a:r>
              <a:rPr lang="en-US" sz="2400" dirty="0">
                <a:solidFill>
                  <a:schemeClr val="accent2">
                    <a:lumMod val="50000"/>
                  </a:schemeClr>
                </a:solidFill>
              </a:rPr>
              <a:t> </a:t>
            </a:r>
            <a:r>
              <a:rPr lang="en-US" sz="2400" dirty="0" err="1">
                <a:solidFill>
                  <a:schemeClr val="accent2">
                    <a:lumMod val="50000"/>
                  </a:schemeClr>
                </a:solidFill>
              </a:rPr>
              <a:t>treneris</a:t>
            </a:r>
            <a:r>
              <a:rPr lang="en-US" sz="2400" dirty="0">
                <a:solidFill>
                  <a:schemeClr val="accent2">
                    <a:lumMod val="50000"/>
                  </a:schemeClr>
                </a:solidFill>
              </a:rPr>
              <a:t>. </a:t>
            </a:r>
            <a:r>
              <a:rPr lang="en-US" sz="2400" dirty="0" err="1">
                <a:solidFill>
                  <a:schemeClr val="accent2">
                    <a:lumMod val="50000"/>
                  </a:schemeClr>
                </a:solidFill>
              </a:rPr>
              <a:t>Komanda</a:t>
            </a:r>
            <a:r>
              <a:rPr lang="en-US" sz="2400" dirty="0">
                <a:solidFill>
                  <a:schemeClr val="accent2">
                    <a:lumMod val="50000"/>
                  </a:schemeClr>
                </a:solidFill>
              </a:rPr>
              <a:t> </a:t>
            </a:r>
            <a:r>
              <a:rPr lang="en-US" sz="2400" dirty="0" err="1">
                <a:solidFill>
                  <a:schemeClr val="accent2">
                    <a:lumMod val="50000"/>
                  </a:schemeClr>
                </a:solidFill>
              </a:rPr>
              <a:t>pralaimi</a:t>
            </a:r>
            <a:r>
              <a:rPr lang="en-US" sz="2400" dirty="0">
                <a:solidFill>
                  <a:schemeClr val="accent2">
                    <a:lumMod val="50000"/>
                  </a:schemeClr>
                </a:solidFill>
              </a:rPr>
              <a:t>. Iki </a:t>
            </a:r>
            <a:r>
              <a:rPr lang="en-US" sz="2400" dirty="0" err="1">
                <a:solidFill>
                  <a:schemeClr val="accent2">
                    <a:lumMod val="50000"/>
                  </a:schemeClr>
                </a:solidFill>
              </a:rPr>
              <a:t>rungtynių</a:t>
            </a:r>
            <a:r>
              <a:rPr lang="en-US" sz="2400" dirty="0">
                <a:solidFill>
                  <a:schemeClr val="accent2">
                    <a:lumMod val="50000"/>
                  </a:schemeClr>
                </a:solidFill>
              </a:rPr>
              <a:t> </a:t>
            </a:r>
            <a:r>
              <a:rPr lang="en-US" sz="2400" dirty="0" err="1">
                <a:solidFill>
                  <a:schemeClr val="accent2">
                    <a:lumMod val="50000"/>
                  </a:schemeClr>
                </a:solidFill>
              </a:rPr>
              <a:t>pabaigos</a:t>
            </a:r>
            <a:r>
              <a:rPr lang="en-US" sz="2400" dirty="0">
                <a:solidFill>
                  <a:schemeClr val="accent2">
                    <a:lumMod val="50000"/>
                  </a:schemeClr>
                </a:solidFill>
              </a:rPr>
              <a:t> </a:t>
            </a:r>
            <a:r>
              <a:rPr lang="en-US" sz="2400" dirty="0" err="1">
                <a:solidFill>
                  <a:schemeClr val="accent2">
                    <a:lumMod val="50000"/>
                  </a:schemeClr>
                </a:solidFill>
              </a:rPr>
              <a:t>liko</a:t>
            </a:r>
            <a:r>
              <a:rPr lang="en-US" sz="2400" dirty="0">
                <a:solidFill>
                  <a:schemeClr val="accent2">
                    <a:lumMod val="50000"/>
                  </a:schemeClr>
                </a:solidFill>
              </a:rPr>
              <a:t> </a:t>
            </a:r>
            <a:r>
              <a:rPr lang="en-US" sz="2400" dirty="0" err="1">
                <a:solidFill>
                  <a:schemeClr val="accent2">
                    <a:lumMod val="50000"/>
                  </a:schemeClr>
                </a:solidFill>
              </a:rPr>
              <a:t>penkios</a:t>
            </a:r>
            <a:r>
              <a:rPr lang="en-US" sz="2400" dirty="0">
                <a:solidFill>
                  <a:schemeClr val="accent2">
                    <a:lumMod val="50000"/>
                  </a:schemeClr>
                </a:solidFill>
              </a:rPr>
              <a:t> </a:t>
            </a:r>
            <a:r>
              <a:rPr lang="en-US" sz="2400" dirty="0" err="1">
                <a:solidFill>
                  <a:schemeClr val="accent2">
                    <a:lumMod val="50000"/>
                  </a:schemeClr>
                </a:solidFill>
              </a:rPr>
              <a:t>minutės</a:t>
            </a:r>
            <a:r>
              <a:rPr lang="en-US" sz="2400" dirty="0">
                <a:solidFill>
                  <a:schemeClr val="accent2">
                    <a:lumMod val="50000"/>
                  </a:schemeClr>
                </a:solidFill>
              </a:rPr>
              <a:t>.  </a:t>
            </a:r>
            <a:r>
              <a:rPr lang="en-US" sz="2400" dirty="0" err="1">
                <a:solidFill>
                  <a:schemeClr val="accent2">
                    <a:lumMod val="50000"/>
                  </a:schemeClr>
                </a:solidFill>
              </a:rPr>
              <a:t>Motyvuokite</a:t>
            </a:r>
            <a:r>
              <a:rPr lang="en-US" sz="2400" dirty="0">
                <a:solidFill>
                  <a:schemeClr val="accent2">
                    <a:lumMod val="50000"/>
                  </a:schemeClr>
                </a:solidFill>
              </a:rPr>
              <a:t> </a:t>
            </a:r>
            <a:r>
              <a:rPr lang="en-US" sz="2400" dirty="0" err="1">
                <a:solidFill>
                  <a:schemeClr val="accent2">
                    <a:lumMod val="50000"/>
                  </a:schemeClr>
                </a:solidFill>
              </a:rPr>
              <a:t>komandos</a:t>
            </a:r>
            <a:r>
              <a:rPr lang="en-US" sz="2400" dirty="0">
                <a:solidFill>
                  <a:schemeClr val="accent2">
                    <a:lumMod val="50000"/>
                  </a:schemeClr>
                </a:solidFill>
              </a:rPr>
              <a:t> –</a:t>
            </a:r>
            <a:r>
              <a:rPr lang="en-US" sz="2400" dirty="0" err="1">
                <a:solidFill>
                  <a:schemeClr val="accent2">
                    <a:lumMod val="50000"/>
                  </a:schemeClr>
                </a:solidFill>
              </a:rPr>
              <a:t>žaidėjus</a:t>
            </a:r>
            <a:r>
              <a:rPr lang="en-US" sz="2400" dirty="0">
                <a:solidFill>
                  <a:schemeClr val="accent2">
                    <a:lumMod val="50000"/>
                  </a:schemeClr>
                </a:solidFill>
              </a:rPr>
              <a:t>. </a:t>
            </a:r>
          </a:p>
          <a:p>
            <a:pPr defTabSz="457200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</a:pPr>
            <a:endParaRPr lang="en-US" sz="2400" dirty="0">
              <a:solidFill>
                <a:schemeClr val="accent2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03822333"/>
      </p:ext>
    </p:extLst>
  </p:cSld>
  <p:clrMapOvr>
    <a:masterClrMapping/>
  </p:clrMapOvr>
</p:sld>
</file>

<file path=ppt/theme/theme1.xml><?xml version="1.0" encoding="utf-8"?>
<a:theme xmlns:a="http://schemas.openxmlformats.org/drawingml/2006/main" name="Dividendai">
  <a:themeElements>
    <a:clrScheme name="Dividendai">
      <a:dk1>
        <a:sysClr val="windowText" lastClr="000000"/>
      </a:dk1>
      <a:lt1>
        <a:sysClr val="window" lastClr="FFFFFF"/>
      </a:lt1>
      <a:dk2>
        <a:srgbClr val="3D3D3D"/>
      </a:dk2>
      <a:lt2>
        <a:srgbClr val="EBEBEB"/>
      </a:lt2>
      <a:accent1>
        <a:srgbClr val="4D1434"/>
      </a:accent1>
      <a:accent2>
        <a:srgbClr val="903163"/>
      </a:accent2>
      <a:accent3>
        <a:srgbClr val="B2324B"/>
      </a:accent3>
      <a:accent4>
        <a:srgbClr val="969FA7"/>
      </a:accent4>
      <a:accent5>
        <a:srgbClr val="66B1CE"/>
      </a:accent5>
      <a:accent6>
        <a:srgbClr val="40619D"/>
      </a:accent6>
      <a:hlink>
        <a:srgbClr val="828282"/>
      </a:hlink>
      <a:folHlink>
        <a:srgbClr val="A5A5A5"/>
      </a:folHlink>
    </a:clrScheme>
    <a:fontScheme name="Dividendai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ai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" id="{9697A71B-4AB7-4A1A-BD5B-BB2D22835B57}" vid="{C21699FF-00E4-43C8-BBCC-D7E5536C371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Dividend</Template>
  <TotalTime>17</TotalTime>
  <Words>624</Words>
  <Application>Microsoft Office PowerPoint</Application>
  <PresentationFormat>Widescreen</PresentationFormat>
  <Paragraphs>79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Arial</vt:lpstr>
      <vt:lpstr>Gill Sans MT</vt:lpstr>
      <vt:lpstr>Wingdings</vt:lpstr>
      <vt:lpstr>Wingdings 2</vt:lpstr>
      <vt:lpstr>Dividendai</vt:lpstr>
      <vt:lpstr>Kalbos intencija ir tikslas</vt:lpstr>
      <vt:lpstr>Kalbos intencija</vt:lpstr>
      <vt:lpstr>Kalbų rūšys</vt:lpstr>
      <vt:lpstr>Kalbos tikslas</vt:lpstr>
      <vt:lpstr>Tikslo formulavimas</vt:lpstr>
      <vt:lpstr>Pagrindiniai retoriniai dėmenys:</vt:lpstr>
      <vt:lpstr>   TIKSLAS</vt:lpstr>
      <vt:lpstr>Tikslas nurodo tai, ką noriu pasiekti.</vt:lpstr>
      <vt:lpstr>   PAGRINDINĖ MINTIS</vt:lpstr>
      <vt:lpstr>   Kalbos organizavimas</vt:lpstr>
      <vt:lpstr>  Prezentacijos matmenys</vt:lpstr>
      <vt:lpstr>Vaizdinės priemonės. Skaidrės.</vt:lpstr>
      <vt:lpstr>Atsakymai į klausimus.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„PowerPoint“ pateiktis</dc:title>
  <dc:creator>Vilma Leonavičienė</dc:creator>
  <cp:lastModifiedBy>Vilma Leonavičienė</cp:lastModifiedBy>
  <cp:revision>329</cp:revision>
  <dcterms:created xsi:type="dcterms:W3CDTF">2012-08-10T12:43:06Z</dcterms:created>
  <dcterms:modified xsi:type="dcterms:W3CDTF">2026-10-27T08:03:41Z</dcterms:modified>
</cp:coreProperties>
</file>