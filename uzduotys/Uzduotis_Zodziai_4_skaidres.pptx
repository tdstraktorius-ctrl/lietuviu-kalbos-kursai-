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585B1C-F286-4AA0-8D52-9E085BC0FFF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F35478-DFAF-4532-86BA-708621BE7BB9}">
      <dgm:prSet/>
      <dgm:spPr/>
      <dgm:t>
        <a:bodyPr/>
        <a:lstStyle/>
        <a:p>
          <a:r>
            <a:rPr lang="lt-LT" noProof="0" dirty="0"/>
            <a:t>Rezultatų skaičiavimas</a:t>
          </a:r>
        </a:p>
      </dgm:t>
    </dgm:pt>
    <dgm:pt modelId="{9163E46D-B024-422F-AA1A-2FDF2517F4E4}" type="parTrans" cxnId="{280B6C7F-62DE-485F-AE3F-9CFF52C18AB8}">
      <dgm:prSet/>
      <dgm:spPr/>
      <dgm:t>
        <a:bodyPr/>
        <a:lstStyle/>
        <a:p>
          <a:endParaRPr lang="en-US"/>
        </a:p>
      </dgm:t>
    </dgm:pt>
    <dgm:pt modelId="{4D1B2374-5D6D-4B77-AE55-9C00E2F4838B}" type="sibTrans" cxnId="{280B6C7F-62DE-485F-AE3F-9CFF52C18AB8}">
      <dgm:prSet/>
      <dgm:spPr/>
      <dgm:t>
        <a:bodyPr/>
        <a:lstStyle/>
        <a:p>
          <a:endParaRPr lang="en-US"/>
        </a:p>
      </dgm:t>
    </dgm:pt>
    <dgm:pt modelId="{267A7053-F588-4D69-8771-7F7C1034E0C1}">
      <dgm:prSet/>
      <dgm:spPr/>
      <dgm:t>
        <a:bodyPr/>
        <a:lstStyle/>
        <a:p>
          <a:r>
            <a:rPr lang="lt-LT" noProof="0" dirty="0"/>
            <a:t>1. Nustatykite asociatyvinės grandinės ilgį – kiek žodžių užrašėte per minutę.</a:t>
          </a:r>
        </a:p>
      </dgm:t>
    </dgm:pt>
    <dgm:pt modelId="{787CB740-B069-4329-987C-86FA52C7BC55}" type="parTrans" cxnId="{E940E5E3-B658-4096-A00E-5D03E02DB844}">
      <dgm:prSet/>
      <dgm:spPr/>
      <dgm:t>
        <a:bodyPr/>
        <a:lstStyle/>
        <a:p>
          <a:endParaRPr lang="en-US"/>
        </a:p>
      </dgm:t>
    </dgm:pt>
    <dgm:pt modelId="{CBA198C7-38C3-41CE-90E4-32DBC3585D58}" type="sibTrans" cxnId="{E940E5E3-B658-4096-A00E-5D03E02DB844}">
      <dgm:prSet/>
      <dgm:spPr/>
      <dgm:t>
        <a:bodyPr/>
        <a:lstStyle/>
        <a:p>
          <a:endParaRPr lang="en-US"/>
        </a:p>
      </dgm:t>
    </dgm:pt>
    <dgm:pt modelId="{E461C350-4500-4FA6-8FEE-3BAFEF1B5239}">
      <dgm:prSet/>
      <dgm:spPr/>
      <dgm:t>
        <a:bodyPr/>
        <a:lstStyle/>
        <a:p>
          <a:r>
            <a:rPr lang="en-US" dirty="0"/>
            <a:t>2</a:t>
          </a:r>
          <a:r>
            <a:rPr lang="lt-LT" noProof="0" dirty="0"/>
            <a:t>. Suraskite semantinius lizdus ir suskaičiuokite, kiek jų yra.</a:t>
          </a:r>
          <a:endParaRPr lang="en-US" dirty="0"/>
        </a:p>
      </dgm:t>
    </dgm:pt>
    <dgm:pt modelId="{A2231A0D-1CDD-40BD-9D88-A6283D991A56}" type="parTrans" cxnId="{FE80F2FF-E217-4875-A1FA-AFF85449E196}">
      <dgm:prSet/>
      <dgm:spPr/>
      <dgm:t>
        <a:bodyPr/>
        <a:lstStyle/>
        <a:p>
          <a:endParaRPr lang="en-US"/>
        </a:p>
      </dgm:t>
    </dgm:pt>
    <dgm:pt modelId="{373E7C30-5028-45EC-AB21-2033F2CFABD9}" type="sibTrans" cxnId="{FE80F2FF-E217-4875-A1FA-AFF85449E196}">
      <dgm:prSet/>
      <dgm:spPr/>
      <dgm:t>
        <a:bodyPr/>
        <a:lstStyle/>
        <a:p>
          <a:endParaRPr lang="en-US"/>
        </a:p>
      </dgm:t>
    </dgm:pt>
    <dgm:pt modelId="{43CC4386-D390-413E-B1A2-3ED8795750AB}">
      <dgm:prSet/>
      <dgm:spPr/>
      <dgm:t>
        <a:bodyPr/>
        <a:lstStyle/>
        <a:p>
          <a:r>
            <a:rPr lang="en-US" dirty="0"/>
            <a:t>3</a:t>
          </a:r>
          <a:r>
            <a:rPr lang="lt-LT" noProof="0" dirty="0"/>
            <a:t>. Nustatykite vidutinį semantinių lizdų dydį (žodžių skaičių padalinkite iš lizdų skaičiaus).</a:t>
          </a:r>
          <a:endParaRPr lang="en-US" dirty="0"/>
        </a:p>
      </dgm:t>
    </dgm:pt>
    <dgm:pt modelId="{41329CCD-99B5-4FC3-9028-84A7AEF26F0B}" type="parTrans" cxnId="{2812A88F-3BCC-45FF-80B0-4841E86CD9DF}">
      <dgm:prSet/>
      <dgm:spPr/>
      <dgm:t>
        <a:bodyPr/>
        <a:lstStyle/>
        <a:p>
          <a:endParaRPr lang="en-US"/>
        </a:p>
      </dgm:t>
    </dgm:pt>
    <dgm:pt modelId="{C4A6C641-26B3-4439-AD10-3A74E46EBADD}" type="sibTrans" cxnId="{2812A88F-3BCC-45FF-80B0-4841E86CD9DF}">
      <dgm:prSet/>
      <dgm:spPr/>
      <dgm:t>
        <a:bodyPr/>
        <a:lstStyle/>
        <a:p>
          <a:endParaRPr lang="en-US"/>
        </a:p>
      </dgm:t>
    </dgm:pt>
    <dgm:pt modelId="{D224DF7C-47EA-475D-83A8-EF41F65464D6}">
      <dgm:prSet/>
      <dgm:spPr/>
      <dgm:t>
        <a:bodyPr/>
        <a:lstStyle/>
        <a:p>
          <a:r>
            <a:rPr lang="en-US" dirty="0"/>
            <a:t>4</a:t>
          </a:r>
          <a:r>
            <a:rPr lang="lt-LT" noProof="0" dirty="0"/>
            <a:t>. Pavadinkite pačius didžiausius semantinius lizdus.</a:t>
          </a:r>
          <a:endParaRPr lang="en-US" dirty="0"/>
        </a:p>
      </dgm:t>
    </dgm:pt>
    <dgm:pt modelId="{917FB503-EE85-43E2-BB1A-DAC6013C8EA2}" type="parTrans" cxnId="{EA94586C-FB3C-4546-A095-A0AE9C5049BF}">
      <dgm:prSet/>
      <dgm:spPr/>
      <dgm:t>
        <a:bodyPr/>
        <a:lstStyle/>
        <a:p>
          <a:endParaRPr lang="en-US"/>
        </a:p>
      </dgm:t>
    </dgm:pt>
    <dgm:pt modelId="{AE67F02C-4E7A-4953-BE5A-4FBA6417DB86}" type="sibTrans" cxnId="{EA94586C-FB3C-4546-A095-A0AE9C5049BF}">
      <dgm:prSet/>
      <dgm:spPr/>
      <dgm:t>
        <a:bodyPr/>
        <a:lstStyle/>
        <a:p>
          <a:endParaRPr lang="en-US"/>
        </a:p>
      </dgm:t>
    </dgm:pt>
    <dgm:pt modelId="{CB86A085-3CC1-469F-ACB6-BCFADB02AF22}">
      <dgm:prSet/>
      <dgm:spPr/>
      <dgm:t>
        <a:bodyPr/>
        <a:lstStyle/>
        <a:p>
          <a:r>
            <a:rPr lang="en-US" dirty="0"/>
            <a:t>5. </a:t>
          </a:r>
          <a:r>
            <a:rPr lang="lt-LT" noProof="0" dirty="0"/>
            <a:t>Nustatykite vidutinį grandinės ilgį, lizdų skaičių ir jų vidutinį dydį.</a:t>
          </a:r>
          <a:endParaRPr lang="en-US" dirty="0"/>
        </a:p>
      </dgm:t>
    </dgm:pt>
    <dgm:pt modelId="{5E91C7D8-CB61-42BA-94C7-93469229567D}" type="parTrans" cxnId="{CC0908D2-EBFE-4801-9B3C-889EB6237EE6}">
      <dgm:prSet/>
      <dgm:spPr/>
      <dgm:t>
        <a:bodyPr/>
        <a:lstStyle/>
        <a:p>
          <a:endParaRPr lang="en-US"/>
        </a:p>
      </dgm:t>
    </dgm:pt>
    <dgm:pt modelId="{1CF29238-1FF7-4ED9-87A3-AB55169E87E3}" type="sibTrans" cxnId="{CC0908D2-EBFE-4801-9B3C-889EB6237EE6}">
      <dgm:prSet/>
      <dgm:spPr/>
      <dgm:t>
        <a:bodyPr/>
        <a:lstStyle/>
        <a:p>
          <a:endParaRPr lang="en-US"/>
        </a:p>
      </dgm:t>
    </dgm:pt>
    <dgm:pt modelId="{36B13725-5C97-45B3-A861-0F2897AE6832}" type="pres">
      <dgm:prSet presAssocID="{25585B1C-F286-4AA0-8D52-9E085BC0FFF9}" presName="diagram" presStyleCnt="0">
        <dgm:presLayoutVars>
          <dgm:dir/>
          <dgm:resizeHandles val="exact"/>
        </dgm:presLayoutVars>
      </dgm:prSet>
      <dgm:spPr/>
    </dgm:pt>
    <dgm:pt modelId="{E3B2F2B3-B4DC-48E6-BE7B-79E91B335BA3}" type="pres">
      <dgm:prSet presAssocID="{48F35478-DFAF-4532-86BA-708621BE7BB9}" presName="node" presStyleLbl="node1" presStyleIdx="0" presStyleCnt="6">
        <dgm:presLayoutVars>
          <dgm:bulletEnabled val="1"/>
        </dgm:presLayoutVars>
      </dgm:prSet>
      <dgm:spPr/>
    </dgm:pt>
    <dgm:pt modelId="{5D1A38BE-4819-457E-99D1-D822BAA6C803}" type="pres">
      <dgm:prSet presAssocID="{4D1B2374-5D6D-4B77-AE55-9C00E2F4838B}" presName="sibTrans" presStyleCnt="0"/>
      <dgm:spPr/>
    </dgm:pt>
    <dgm:pt modelId="{99317011-6F65-46AB-B890-C8A5284B419C}" type="pres">
      <dgm:prSet presAssocID="{267A7053-F588-4D69-8771-7F7C1034E0C1}" presName="node" presStyleLbl="node1" presStyleIdx="1" presStyleCnt="6">
        <dgm:presLayoutVars>
          <dgm:bulletEnabled val="1"/>
        </dgm:presLayoutVars>
      </dgm:prSet>
      <dgm:spPr/>
    </dgm:pt>
    <dgm:pt modelId="{F4DB7AB5-B429-4CDF-A710-2C9BD55FE4EA}" type="pres">
      <dgm:prSet presAssocID="{CBA198C7-38C3-41CE-90E4-32DBC3585D58}" presName="sibTrans" presStyleCnt="0"/>
      <dgm:spPr/>
    </dgm:pt>
    <dgm:pt modelId="{7E945C2E-ED56-40DF-9391-253CDED62C5F}" type="pres">
      <dgm:prSet presAssocID="{E461C350-4500-4FA6-8FEE-3BAFEF1B5239}" presName="node" presStyleLbl="node1" presStyleIdx="2" presStyleCnt="6">
        <dgm:presLayoutVars>
          <dgm:bulletEnabled val="1"/>
        </dgm:presLayoutVars>
      </dgm:prSet>
      <dgm:spPr/>
    </dgm:pt>
    <dgm:pt modelId="{F5776B0B-A2F7-4C82-B5E6-297CEC6FB8A4}" type="pres">
      <dgm:prSet presAssocID="{373E7C30-5028-45EC-AB21-2033F2CFABD9}" presName="sibTrans" presStyleCnt="0"/>
      <dgm:spPr/>
    </dgm:pt>
    <dgm:pt modelId="{54EF918F-4EA8-494B-BEB5-BABE54AC6DA5}" type="pres">
      <dgm:prSet presAssocID="{43CC4386-D390-413E-B1A2-3ED8795750AB}" presName="node" presStyleLbl="node1" presStyleIdx="3" presStyleCnt="6">
        <dgm:presLayoutVars>
          <dgm:bulletEnabled val="1"/>
        </dgm:presLayoutVars>
      </dgm:prSet>
      <dgm:spPr/>
    </dgm:pt>
    <dgm:pt modelId="{A76EC8B4-FB0F-4CC2-A782-59F456D92442}" type="pres">
      <dgm:prSet presAssocID="{C4A6C641-26B3-4439-AD10-3A74E46EBADD}" presName="sibTrans" presStyleCnt="0"/>
      <dgm:spPr/>
    </dgm:pt>
    <dgm:pt modelId="{DB2E9426-CBBD-453A-803A-DC4F612DC585}" type="pres">
      <dgm:prSet presAssocID="{D224DF7C-47EA-475D-83A8-EF41F65464D6}" presName="node" presStyleLbl="node1" presStyleIdx="4" presStyleCnt="6">
        <dgm:presLayoutVars>
          <dgm:bulletEnabled val="1"/>
        </dgm:presLayoutVars>
      </dgm:prSet>
      <dgm:spPr/>
    </dgm:pt>
    <dgm:pt modelId="{CC3615AE-1DDB-40B4-BF10-4CB685163B50}" type="pres">
      <dgm:prSet presAssocID="{AE67F02C-4E7A-4953-BE5A-4FBA6417DB86}" presName="sibTrans" presStyleCnt="0"/>
      <dgm:spPr/>
    </dgm:pt>
    <dgm:pt modelId="{313FAC37-1A9D-4880-BD44-F4AC8BD7225C}" type="pres">
      <dgm:prSet presAssocID="{CB86A085-3CC1-469F-ACB6-BCFADB02AF22}" presName="node" presStyleLbl="node1" presStyleIdx="5" presStyleCnt="6">
        <dgm:presLayoutVars>
          <dgm:bulletEnabled val="1"/>
        </dgm:presLayoutVars>
      </dgm:prSet>
      <dgm:spPr/>
    </dgm:pt>
  </dgm:ptLst>
  <dgm:cxnLst>
    <dgm:cxn modelId="{A75C8613-6C60-4C0A-9CCB-2CBB58C905BC}" type="presOf" srcId="{267A7053-F588-4D69-8771-7F7C1034E0C1}" destId="{99317011-6F65-46AB-B890-C8A5284B419C}" srcOrd="0" destOrd="0" presId="urn:microsoft.com/office/officeart/2005/8/layout/default"/>
    <dgm:cxn modelId="{CD30272C-CEDB-4A60-B497-E28F159341A5}" type="presOf" srcId="{D224DF7C-47EA-475D-83A8-EF41F65464D6}" destId="{DB2E9426-CBBD-453A-803A-DC4F612DC585}" srcOrd="0" destOrd="0" presId="urn:microsoft.com/office/officeart/2005/8/layout/default"/>
    <dgm:cxn modelId="{48602634-0FDC-4BC1-8088-1901CB76933D}" type="presOf" srcId="{E461C350-4500-4FA6-8FEE-3BAFEF1B5239}" destId="{7E945C2E-ED56-40DF-9391-253CDED62C5F}" srcOrd="0" destOrd="0" presId="urn:microsoft.com/office/officeart/2005/8/layout/default"/>
    <dgm:cxn modelId="{EA94586C-FB3C-4546-A095-A0AE9C5049BF}" srcId="{25585B1C-F286-4AA0-8D52-9E085BC0FFF9}" destId="{D224DF7C-47EA-475D-83A8-EF41F65464D6}" srcOrd="4" destOrd="0" parTransId="{917FB503-EE85-43E2-BB1A-DAC6013C8EA2}" sibTransId="{AE67F02C-4E7A-4953-BE5A-4FBA6417DB86}"/>
    <dgm:cxn modelId="{280B6C7F-62DE-485F-AE3F-9CFF52C18AB8}" srcId="{25585B1C-F286-4AA0-8D52-9E085BC0FFF9}" destId="{48F35478-DFAF-4532-86BA-708621BE7BB9}" srcOrd="0" destOrd="0" parTransId="{9163E46D-B024-422F-AA1A-2FDF2517F4E4}" sibTransId="{4D1B2374-5D6D-4B77-AE55-9C00E2F4838B}"/>
    <dgm:cxn modelId="{31287683-5367-4C75-9DB0-849B0352F729}" type="presOf" srcId="{48F35478-DFAF-4532-86BA-708621BE7BB9}" destId="{E3B2F2B3-B4DC-48E6-BE7B-79E91B335BA3}" srcOrd="0" destOrd="0" presId="urn:microsoft.com/office/officeart/2005/8/layout/default"/>
    <dgm:cxn modelId="{AFD9CE87-2FD0-45AC-B44B-0D213FF1D5DD}" type="presOf" srcId="{25585B1C-F286-4AA0-8D52-9E085BC0FFF9}" destId="{36B13725-5C97-45B3-A861-0F2897AE6832}" srcOrd="0" destOrd="0" presId="urn:microsoft.com/office/officeart/2005/8/layout/default"/>
    <dgm:cxn modelId="{B88A7C8F-DFD4-4C43-88D5-ECBC6EB53058}" type="presOf" srcId="{43CC4386-D390-413E-B1A2-3ED8795750AB}" destId="{54EF918F-4EA8-494B-BEB5-BABE54AC6DA5}" srcOrd="0" destOrd="0" presId="urn:microsoft.com/office/officeart/2005/8/layout/default"/>
    <dgm:cxn modelId="{2812A88F-3BCC-45FF-80B0-4841E86CD9DF}" srcId="{25585B1C-F286-4AA0-8D52-9E085BC0FFF9}" destId="{43CC4386-D390-413E-B1A2-3ED8795750AB}" srcOrd="3" destOrd="0" parTransId="{41329CCD-99B5-4FC3-9028-84A7AEF26F0B}" sibTransId="{C4A6C641-26B3-4439-AD10-3A74E46EBADD}"/>
    <dgm:cxn modelId="{CC0908D2-EBFE-4801-9B3C-889EB6237EE6}" srcId="{25585B1C-F286-4AA0-8D52-9E085BC0FFF9}" destId="{CB86A085-3CC1-469F-ACB6-BCFADB02AF22}" srcOrd="5" destOrd="0" parTransId="{5E91C7D8-CB61-42BA-94C7-93469229567D}" sibTransId="{1CF29238-1FF7-4ED9-87A3-AB55169E87E3}"/>
    <dgm:cxn modelId="{E940E5E3-B658-4096-A00E-5D03E02DB844}" srcId="{25585B1C-F286-4AA0-8D52-9E085BC0FFF9}" destId="{267A7053-F588-4D69-8771-7F7C1034E0C1}" srcOrd="1" destOrd="0" parTransId="{787CB740-B069-4329-987C-86FA52C7BC55}" sibTransId="{CBA198C7-38C3-41CE-90E4-32DBC3585D58}"/>
    <dgm:cxn modelId="{030305FC-6CE7-46A4-ADE7-FED7ED8050B4}" type="presOf" srcId="{CB86A085-3CC1-469F-ACB6-BCFADB02AF22}" destId="{313FAC37-1A9D-4880-BD44-F4AC8BD7225C}" srcOrd="0" destOrd="0" presId="urn:microsoft.com/office/officeart/2005/8/layout/default"/>
    <dgm:cxn modelId="{FE80F2FF-E217-4875-A1FA-AFF85449E196}" srcId="{25585B1C-F286-4AA0-8D52-9E085BC0FFF9}" destId="{E461C350-4500-4FA6-8FEE-3BAFEF1B5239}" srcOrd="2" destOrd="0" parTransId="{A2231A0D-1CDD-40BD-9D88-A6283D991A56}" sibTransId="{373E7C30-5028-45EC-AB21-2033F2CFABD9}"/>
    <dgm:cxn modelId="{B21FE3D5-177F-4FB0-8213-450D9D2B0030}" type="presParOf" srcId="{36B13725-5C97-45B3-A861-0F2897AE6832}" destId="{E3B2F2B3-B4DC-48E6-BE7B-79E91B335BA3}" srcOrd="0" destOrd="0" presId="urn:microsoft.com/office/officeart/2005/8/layout/default"/>
    <dgm:cxn modelId="{763A074D-A5F5-4A7E-B081-E56E6984E358}" type="presParOf" srcId="{36B13725-5C97-45B3-A861-0F2897AE6832}" destId="{5D1A38BE-4819-457E-99D1-D822BAA6C803}" srcOrd="1" destOrd="0" presId="urn:microsoft.com/office/officeart/2005/8/layout/default"/>
    <dgm:cxn modelId="{D343021F-E9B8-46EB-B7D9-A64A37785559}" type="presParOf" srcId="{36B13725-5C97-45B3-A861-0F2897AE6832}" destId="{99317011-6F65-46AB-B890-C8A5284B419C}" srcOrd="2" destOrd="0" presId="urn:microsoft.com/office/officeart/2005/8/layout/default"/>
    <dgm:cxn modelId="{240C8571-37B1-4777-86BB-0386655D5872}" type="presParOf" srcId="{36B13725-5C97-45B3-A861-0F2897AE6832}" destId="{F4DB7AB5-B429-4CDF-A710-2C9BD55FE4EA}" srcOrd="3" destOrd="0" presId="urn:microsoft.com/office/officeart/2005/8/layout/default"/>
    <dgm:cxn modelId="{E812D444-C668-4B76-A694-F3D384ACCEA6}" type="presParOf" srcId="{36B13725-5C97-45B3-A861-0F2897AE6832}" destId="{7E945C2E-ED56-40DF-9391-253CDED62C5F}" srcOrd="4" destOrd="0" presId="urn:microsoft.com/office/officeart/2005/8/layout/default"/>
    <dgm:cxn modelId="{8B922A46-4855-4F16-9570-903B3B040511}" type="presParOf" srcId="{36B13725-5C97-45B3-A861-0F2897AE6832}" destId="{F5776B0B-A2F7-4C82-B5E6-297CEC6FB8A4}" srcOrd="5" destOrd="0" presId="urn:microsoft.com/office/officeart/2005/8/layout/default"/>
    <dgm:cxn modelId="{2092DA7F-3C68-49C4-ADFD-2F982B068F73}" type="presParOf" srcId="{36B13725-5C97-45B3-A861-0F2897AE6832}" destId="{54EF918F-4EA8-494B-BEB5-BABE54AC6DA5}" srcOrd="6" destOrd="0" presId="urn:microsoft.com/office/officeart/2005/8/layout/default"/>
    <dgm:cxn modelId="{F2DD3D09-EF51-4B96-BAA3-3EEA619B0C57}" type="presParOf" srcId="{36B13725-5C97-45B3-A861-0F2897AE6832}" destId="{A76EC8B4-FB0F-4CC2-A782-59F456D92442}" srcOrd="7" destOrd="0" presId="urn:microsoft.com/office/officeart/2005/8/layout/default"/>
    <dgm:cxn modelId="{D3BC70A5-8587-4857-98BB-EBB0B5269028}" type="presParOf" srcId="{36B13725-5C97-45B3-A861-0F2897AE6832}" destId="{DB2E9426-CBBD-453A-803A-DC4F612DC585}" srcOrd="8" destOrd="0" presId="urn:microsoft.com/office/officeart/2005/8/layout/default"/>
    <dgm:cxn modelId="{96A0E7B2-6A16-4B9F-BB62-8294C5F9B914}" type="presParOf" srcId="{36B13725-5C97-45B3-A861-0F2897AE6832}" destId="{CC3615AE-1DDB-40B4-BF10-4CB685163B50}" srcOrd="9" destOrd="0" presId="urn:microsoft.com/office/officeart/2005/8/layout/default"/>
    <dgm:cxn modelId="{6E7D7D89-9999-46B0-B31E-45177894EEDB}" type="presParOf" srcId="{36B13725-5C97-45B3-A861-0F2897AE6832}" destId="{313FAC37-1A9D-4880-BD44-F4AC8BD7225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D775CF-383E-4B48-911C-60397E17829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97DC78-CAFD-4A64-AE64-442797FECDA8}">
      <dgm:prSet/>
      <dgm:spPr/>
      <dgm:t>
        <a:bodyPr/>
        <a:lstStyle/>
        <a:p>
          <a:r>
            <a:rPr lang="en-US" dirty="0" err="1"/>
            <a:t>Analizė</a:t>
          </a:r>
          <a:endParaRPr lang="en-US" dirty="0"/>
        </a:p>
      </dgm:t>
    </dgm:pt>
    <dgm:pt modelId="{3AED9D2E-574C-4C21-A8A0-A688DA91B1EC}" type="parTrans" cxnId="{71F2AC52-6D13-4435-AD5C-43E5FB77988F}">
      <dgm:prSet/>
      <dgm:spPr/>
      <dgm:t>
        <a:bodyPr/>
        <a:lstStyle/>
        <a:p>
          <a:endParaRPr lang="en-US"/>
        </a:p>
      </dgm:t>
    </dgm:pt>
    <dgm:pt modelId="{787A6821-474B-4DC7-8777-11A0E69745C7}" type="sibTrans" cxnId="{71F2AC52-6D13-4435-AD5C-43E5FB77988F}">
      <dgm:prSet/>
      <dgm:spPr/>
      <dgm:t>
        <a:bodyPr/>
        <a:lstStyle/>
        <a:p>
          <a:endParaRPr lang="en-US"/>
        </a:p>
      </dgm:t>
    </dgm:pt>
    <dgm:pt modelId="{81E8A815-AB6E-4C4A-8986-C78453E6DABC}">
      <dgm:prSet/>
      <dgm:spPr/>
      <dgm:t>
        <a:bodyPr/>
        <a:lstStyle/>
        <a:p>
          <a:r>
            <a:rPr lang="en-US"/>
            <a:t>Eksperimentai rodo, kad sveikas, aktyvus žmogus per minutę pateikia vidutiniškai 19–21 žodžio asociatyvinę grandinę.</a:t>
          </a:r>
        </a:p>
      </dgm:t>
    </dgm:pt>
    <dgm:pt modelId="{E6422FE9-C36B-448E-9643-FA5F41E529CE}" type="parTrans" cxnId="{802AEF44-98FC-4085-AFE0-C4FA5EC7589F}">
      <dgm:prSet/>
      <dgm:spPr/>
      <dgm:t>
        <a:bodyPr/>
        <a:lstStyle/>
        <a:p>
          <a:endParaRPr lang="en-US"/>
        </a:p>
      </dgm:t>
    </dgm:pt>
    <dgm:pt modelId="{6B5265DD-7BC8-42C6-A7C1-4F8691455B74}" type="sibTrans" cxnId="{802AEF44-98FC-4085-AFE0-C4FA5EC7589F}">
      <dgm:prSet/>
      <dgm:spPr/>
      <dgm:t>
        <a:bodyPr/>
        <a:lstStyle/>
        <a:p>
          <a:endParaRPr lang="en-US"/>
        </a:p>
      </dgm:t>
    </dgm:pt>
    <dgm:pt modelId="{64FDA73F-5AE4-4A67-A546-F1B3B60BBD69}">
      <dgm:prSet/>
      <dgm:spPr/>
      <dgm:t>
        <a:bodyPr/>
        <a:lstStyle/>
        <a:p>
          <a:r>
            <a:rPr lang="en-US"/>
            <a:t>Žemas rodiklis (apie 10 žodžių) – galimas kalbinių ar mąstymo procesų slopinimas.</a:t>
          </a:r>
        </a:p>
      </dgm:t>
    </dgm:pt>
    <dgm:pt modelId="{839555E1-C3F6-461E-9BCB-C29848BA0CC5}" type="parTrans" cxnId="{70C619A6-465F-43A3-898F-E0E68944ADB0}">
      <dgm:prSet/>
      <dgm:spPr/>
      <dgm:t>
        <a:bodyPr/>
        <a:lstStyle/>
        <a:p>
          <a:endParaRPr lang="en-US"/>
        </a:p>
      </dgm:t>
    </dgm:pt>
    <dgm:pt modelId="{A5B1A2D5-80E3-46DC-A581-FBEAD584EAD1}" type="sibTrans" cxnId="{70C619A6-465F-43A3-898F-E0E68944ADB0}">
      <dgm:prSet/>
      <dgm:spPr/>
      <dgm:t>
        <a:bodyPr/>
        <a:lstStyle/>
        <a:p>
          <a:endParaRPr lang="en-US"/>
        </a:p>
      </dgm:t>
    </dgm:pt>
    <dgm:pt modelId="{4C110217-A97B-4FC4-80BE-B75E25F5D599}">
      <dgm:prSet/>
      <dgm:spPr/>
      <dgm:t>
        <a:bodyPr/>
        <a:lstStyle/>
        <a:p>
          <a:r>
            <a:rPr lang="en-US"/>
            <a:t>Aukštas rodiklis (35–40 žodžių) – ypatingas kalbinių procesų lankstumas arba emocinis susijaudinimas.</a:t>
          </a:r>
        </a:p>
      </dgm:t>
    </dgm:pt>
    <dgm:pt modelId="{FF3796A8-15FE-403C-BFB7-4B010FC967B4}" type="parTrans" cxnId="{91C7B0B3-C473-40BB-90A6-4A7C32A1AFFE}">
      <dgm:prSet/>
      <dgm:spPr/>
      <dgm:t>
        <a:bodyPr/>
        <a:lstStyle/>
        <a:p>
          <a:endParaRPr lang="en-US"/>
        </a:p>
      </dgm:t>
    </dgm:pt>
    <dgm:pt modelId="{3957F03A-DB4E-4A68-AE9C-ED5E8C36C854}" type="sibTrans" cxnId="{91C7B0B3-C473-40BB-90A6-4A7C32A1AFFE}">
      <dgm:prSet/>
      <dgm:spPr/>
      <dgm:t>
        <a:bodyPr/>
        <a:lstStyle/>
        <a:p>
          <a:endParaRPr lang="en-US"/>
        </a:p>
      </dgm:t>
    </dgm:pt>
    <dgm:pt modelId="{425DC849-0952-432F-BA42-247C54BBAF89}" type="pres">
      <dgm:prSet presAssocID="{4DD775CF-383E-4B48-911C-60397E17829F}" presName="vert0" presStyleCnt="0">
        <dgm:presLayoutVars>
          <dgm:dir/>
          <dgm:animOne val="branch"/>
          <dgm:animLvl val="lvl"/>
        </dgm:presLayoutVars>
      </dgm:prSet>
      <dgm:spPr/>
    </dgm:pt>
    <dgm:pt modelId="{4B8F4A81-B172-4542-A4F7-7651381C2AEF}" type="pres">
      <dgm:prSet presAssocID="{1F97DC78-CAFD-4A64-AE64-442797FECDA8}" presName="thickLine" presStyleLbl="alignNode1" presStyleIdx="0" presStyleCnt="4"/>
      <dgm:spPr/>
    </dgm:pt>
    <dgm:pt modelId="{41B78004-993B-450E-BDAE-0288B8ED145B}" type="pres">
      <dgm:prSet presAssocID="{1F97DC78-CAFD-4A64-AE64-442797FECDA8}" presName="horz1" presStyleCnt="0"/>
      <dgm:spPr/>
    </dgm:pt>
    <dgm:pt modelId="{15B3B73D-5F73-4FFB-AFA6-19F789B428EE}" type="pres">
      <dgm:prSet presAssocID="{1F97DC78-CAFD-4A64-AE64-442797FECDA8}" presName="tx1" presStyleLbl="revTx" presStyleIdx="0" presStyleCnt="4"/>
      <dgm:spPr/>
    </dgm:pt>
    <dgm:pt modelId="{39333208-609E-4C4A-9C84-55CAA0AAD25B}" type="pres">
      <dgm:prSet presAssocID="{1F97DC78-CAFD-4A64-AE64-442797FECDA8}" presName="vert1" presStyleCnt="0"/>
      <dgm:spPr/>
    </dgm:pt>
    <dgm:pt modelId="{CEECEBB5-BEE3-4AE9-9CFA-B70158ED05F1}" type="pres">
      <dgm:prSet presAssocID="{81E8A815-AB6E-4C4A-8986-C78453E6DABC}" presName="thickLine" presStyleLbl="alignNode1" presStyleIdx="1" presStyleCnt="4"/>
      <dgm:spPr/>
    </dgm:pt>
    <dgm:pt modelId="{66B02681-43CF-41D5-A457-BD9B6F132CFC}" type="pres">
      <dgm:prSet presAssocID="{81E8A815-AB6E-4C4A-8986-C78453E6DABC}" presName="horz1" presStyleCnt="0"/>
      <dgm:spPr/>
    </dgm:pt>
    <dgm:pt modelId="{6DCB2A71-F3F3-4892-8BFD-59626D24E4FC}" type="pres">
      <dgm:prSet presAssocID="{81E8A815-AB6E-4C4A-8986-C78453E6DABC}" presName="tx1" presStyleLbl="revTx" presStyleIdx="1" presStyleCnt="4"/>
      <dgm:spPr/>
    </dgm:pt>
    <dgm:pt modelId="{7612EE8D-F046-4339-926A-D1693DDED9F8}" type="pres">
      <dgm:prSet presAssocID="{81E8A815-AB6E-4C4A-8986-C78453E6DABC}" presName="vert1" presStyleCnt="0"/>
      <dgm:spPr/>
    </dgm:pt>
    <dgm:pt modelId="{AF756066-3C15-45DB-BB3F-E9F929DF1CA7}" type="pres">
      <dgm:prSet presAssocID="{64FDA73F-5AE4-4A67-A546-F1B3B60BBD69}" presName="thickLine" presStyleLbl="alignNode1" presStyleIdx="2" presStyleCnt="4"/>
      <dgm:spPr/>
    </dgm:pt>
    <dgm:pt modelId="{D490D4EC-75A3-47A2-9379-308A2C5D41FA}" type="pres">
      <dgm:prSet presAssocID="{64FDA73F-5AE4-4A67-A546-F1B3B60BBD69}" presName="horz1" presStyleCnt="0"/>
      <dgm:spPr/>
    </dgm:pt>
    <dgm:pt modelId="{A68B363F-DF17-4AAE-8AFA-73F13BEF16A8}" type="pres">
      <dgm:prSet presAssocID="{64FDA73F-5AE4-4A67-A546-F1B3B60BBD69}" presName="tx1" presStyleLbl="revTx" presStyleIdx="2" presStyleCnt="4"/>
      <dgm:spPr/>
    </dgm:pt>
    <dgm:pt modelId="{D5C81BB1-118E-4CAF-A3EE-7E2CB3A6725E}" type="pres">
      <dgm:prSet presAssocID="{64FDA73F-5AE4-4A67-A546-F1B3B60BBD69}" presName="vert1" presStyleCnt="0"/>
      <dgm:spPr/>
    </dgm:pt>
    <dgm:pt modelId="{8F76B5D6-8360-4B78-9277-ADC2E21D1CAE}" type="pres">
      <dgm:prSet presAssocID="{4C110217-A97B-4FC4-80BE-B75E25F5D599}" presName="thickLine" presStyleLbl="alignNode1" presStyleIdx="3" presStyleCnt="4"/>
      <dgm:spPr/>
    </dgm:pt>
    <dgm:pt modelId="{6A363092-FE8F-4DE8-A35C-2DCDA0C16878}" type="pres">
      <dgm:prSet presAssocID="{4C110217-A97B-4FC4-80BE-B75E25F5D599}" presName="horz1" presStyleCnt="0"/>
      <dgm:spPr/>
    </dgm:pt>
    <dgm:pt modelId="{566B3C17-504E-40F3-9281-B48AB9852593}" type="pres">
      <dgm:prSet presAssocID="{4C110217-A97B-4FC4-80BE-B75E25F5D599}" presName="tx1" presStyleLbl="revTx" presStyleIdx="3" presStyleCnt="4"/>
      <dgm:spPr/>
    </dgm:pt>
    <dgm:pt modelId="{7FCAC12B-3597-40EE-8BE7-4353F511AD8B}" type="pres">
      <dgm:prSet presAssocID="{4C110217-A97B-4FC4-80BE-B75E25F5D599}" presName="vert1" presStyleCnt="0"/>
      <dgm:spPr/>
    </dgm:pt>
  </dgm:ptLst>
  <dgm:cxnLst>
    <dgm:cxn modelId="{01B55029-4A4B-4E1F-9423-44B9C7478FE1}" type="presOf" srcId="{1F97DC78-CAFD-4A64-AE64-442797FECDA8}" destId="{15B3B73D-5F73-4FFB-AFA6-19F789B428EE}" srcOrd="0" destOrd="0" presId="urn:microsoft.com/office/officeart/2008/layout/LinedList"/>
    <dgm:cxn modelId="{802AEF44-98FC-4085-AFE0-C4FA5EC7589F}" srcId="{4DD775CF-383E-4B48-911C-60397E17829F}" destId="{81E8A815-AB6E-4C4A-8986-C78453E6DABC}" srcOrd="1" destOrd="0" parTransId="{E6422FE9-C36B-448E-9643-FA5F41E529CE}" sibTransId="{6B5265DD-7BC8-42C6-A7C1-4F8691455B74}"/>
    <dgm:cxn modelId="{71F2AC52-6D13-4435-AD5C-43E5FB77988F}" srcId="{4DD775CF-383E-4B48-911C-60397E17829F}" destId="{1F97DC78-CAFD-4A64-AE64-442797FECDA8}" srcOrd="0" destOrd="0" parTransId="{3AED9D2E-574C-4C21-A8A0-A688DA91B1EC}" sibTransId="{787A6821-474B-4DC7-8777-11A0E69745C7}"/>
    <dgm:cxn modelId="{70C619A6-465F-43A3-898F-E0E68944ADB0}" srcId="{4DD775CF-383E-4B48-911C-60397E17829F}" destId="{64FDA73F-5AE4-4A67-A546-F1B3B60BBD69}" srcOrd="2" destOrd="0" parTransId="{839555E1-C3F6-461E-9BCB-C29848BA0CC5}" sibTransId="{A5B1A2D5-80E3-46DC-A581-FBEAD584EAD1}"/>
    <dgm:cxn modelId="{BD48CFB2-8313-49B5-A3BA-36176A8D1CF7}" type="presOf" srcId="{81E8A815-AB6E-4C4A-8986-C78453E6DABC}" destId="{6DCB2A71-F3F3-4892-8BFD-59626D24E4FC}" srcOrd="0" destOrd="0" presId="urn:microsoft.com/office/officeart/2008/layout/LinedList"/>
    <dgm:cxn modelId="{91C7B0B3-C473-40BB-90A6-4A7C32A1AFFE}" srcId="{4DD775CF-383E-4B48-911C-60397E17829F}" destId="{4C110217-A97B-4FC4-80BE-B75E25F5D599}" srcOrd="3" destOrd="0" parTransId="{FF3796A8-15FE-403C-BFB7-4B010FC967B4}" sibTransId="{3957F03A-DB4E-4A68-AE9C-ED5E8C36C854}"/>
    <dgm:cxn modelId="{7D40FDD0-78EB-4183-B340-A2E204B486F5}" type="presOf" srcId="{64FDA73F-5AE4-4A67-A546-F1B3B60BBD69}" destId="{A68B363F-DF17-4AAE-8AFA-73F13BEF16A8}" srcOrd="0" destOrd="0" presId="urn:microsoft.com/office/officeart/2008/layout/LinedList"/>
    <dgm:cxn modelId="{80109BD1-45DC-4680-84C1-45118BB3E640}" type="presOf" srcId="{4C110217-A97B-4FC4-80BE-B75E25F5D599}" destId="{566B3C17-504E-40F3-9281-B48AB9852593}" srcOrd="0" destOrd="0" presId="urn:microsoft.com/office/officeart/2008/layout/LinedList"/>
    <dgm:cxn modelId="{9CE46EED-A504-4975-A025-D495E75171D6}" type="presOf" srcId="{4DD775CF-383E-4B48-911C-60397E17829F}" destId="{425DC849-0952-432F-BA42-247C54BBAF89}" srcOrd="0" destOrd="0" presId="urn:microsoft.com/office/officeart/2008/layout/LinedList"/>
    <dgm:cxn modelId="{A70FC6CF-EC97-4A61-B572-3DE70E836405}" type="presParOf" srcId="{425DC849-0952-432F-BA42-247C54BBAF89}" destId="{4B8F4A81-B172-4542-A4F7-7651381C2AEF}" srcOrd="0" destOrd="0" presId="urn:microsoft.com/office/officeart/2008/layout/LinedList"/>
    <dgm:cxn modelId="{A279BC30-611F-47B5-8658-3EFE2C156BCB}" type="presParOf" srcId="{425DC849-0952-432F-BA42-247C54BBAF89}" destId="{41B78004-993B-450E-BDAE-0288B8ED145B}" srcOrd="1" destOrd="0" presId="urn:microsoft.com/office/officeart/2008/layout/LinedList"/>
    <dgm:cxn modelId="{427B8C1A-FE51-403C-82E1-62289B22FAE5}" type="presParOf" srcId="{41B78004-993B-450E-BDAE-0288B8ED145B}" destId="{15B3B73D-5F73-4FFB-AFA6-19F789B428EE}" srcOrd="0" destOrd="0" presId="urn:microsoft.com/office/officeart/2008/layout/LinedList"/>
    <dgm:cxn modelId="{C7C4E5D3-ED36-4026-A172-CCEA96172CF6}" type="presParOf" srcId="{41B78004-993B-450E-BDAE-0288B8ED145B}" destId="{39333208-609E-4C4A-9C84-55CAA0AAD25B}" srcOrd="1" destOrd="0" presId="urn:microsoft.com/office/officeart/2008/layout/LinedList"/>
    <dgm:cxn modelId="{1E0C1F20-9D0E-48DC-AACB-2B28C492981A}" type="presParOf" srcId="{425DC849-0952-432F-BA42-247C54BBAF89}" destId="{CEECEBB5-BEE3-4AE9-9CFA-B70158ED05F1}" srcOrd="2" destOrd="0" presId="urn:microsoft.com/office/officeart/2008/layout/LinedList"/>
    <dgm:cxn modelId="{E0F140C6-BD48-4371-A84A-DF2EFF6CC008}" type="presParOf" srcId="{425DC849-0952-432F-BA42-247C54BBAF89}" destId="{66B02681-43CF-41D5-A457-BD9B6F132CFC}" srcOrd="3" destOrd="0" presId="urn:microsoft.com/office/officeart/2008/layout/LinedList"/>
    <dgm:cxn modelId="{F410B01F-8E8B-4EBB-A9D6-7C44CBE645A6}" type="presParOf" srcId="{66B02681-43CF-41D5-A457-BD9B6F132CFC}" destId="{6DCB2A71-F3F3-4892-8BFD-59626D24E4FC}" srcOrd="0" destOrd="0" presId="urn:microsoft.com/office/officeart/2008/layout/LinedList"/>
    <dgm:cxn modelId="{329DB02B-7313-4C3F-AF60-0AF703F9E024}" type="presParOf" srcId="{66B02681-43CF-41D5-A457-BD9B6F132CFC}" destId="{7612EE8D-F046-4339-926A-D1693DDED9F8}" srcOrd="1" destOrd="0" presId="urn:microsoft.com/office/officeart/2008/layout/LinedList"/>
    <dgm:cxn modelId="{36B4C2C9-C800-41BC-A8E2-DAFF41CB6B9B}" type="presParOf" srcId="{425DC849-0952-432F-BA42-247C54BBAF89}" destId="{AF756066-3C15-45DB-BB3F-E9F929DF1CA7}" srcOrd="4" destOrd="0" presId="urn:microsoft.com/office/officeart/2008/layout/LinedList"/>
    <dgm:cxn modelId="{5B7769CC-F3F1-47B1-AF70-9743C1EFDAF8}" type="presParOf" srcId="{425DC849-0952-432F-BA42-247C54BBAF89}" destId="{D490D4EC-75A3-47A2-9379-308A2C5D41FA}" srcOrd="5" destOrd="0" presId="urn:microsoft.com/office/officeart/2008/layout/LinedList"/>
    <dgm:cxn modelId="{39C1A62C-6C47-472B-A51E-F9784F6B3F96}" type="presParOf" srcId="{D490D4EC-75A3-47A2-9379-308A2C5D41FA}" destId="{A68B363F-DF17-4AAE-8AFA-73F13BEF16A8}" srcOrd="0" destOrd="0" presId="urn:microsoft.com/office/officeart/2008/layout/LinedList"/>
    <dgm:cxn modelId="{B6C59B09-364B-49AD-A72E-AA0F22E330AD}" type="presParOf" srcId="{D490D4EC-75A3-47A2-9379-308A2C5D41FA}" destId="{D5C81BB1-118E-4CAF-A3EE-7E2CB3A6725E}" srcOrd="1" destOrd="0" presId="urn:microsoft.com/office/officeart/2008/layout/LinedList"/>
    <dgm:cxn modelId="{285ED2BA-029C-41B7-AF26-BCB68A4C915A}" type="presParOf" srcId="{425DC849-0952-432F-BA42-247C54BBAF89}" destId="{8F76B5D6-8360-4B78-9277-ADC2E21D1CAE}" srcOrd="6" destOrd="0" presId="urn:microsoft.com/office/officeart/2008/layout/LinedList"/>
    <dgm:cxn modelId="{51554E52-5B63-45C6-B8CD-46FD802809E8}" type="presParOf" srcId="{425DC849-0952-432F-BA42-247C54BBAF89}" destId="{6A363092-FE8F-4DE8-A35C-2DCDA0C16878}" srcOrd="7" destOrd="0" presId="urn:microsoft.com/office/officeart/2008/layout/LinedList"/>
    <dgm:cxn modelId="{1AE8C6AA-8CAB-4F2C-A7E0-65AF1BC6C3FA}" type="presParOf" srcId="{6A363092-FE8F-4DE8-A35C-2DCDA0C16878}" destId="{566B3C17-504E-40F3-9281-B48AB9852593}" srcOrd="0" destOrd="0" presId="urn:microsoft.com/office/officeart/2008/layout/LinedList"/>
    <dgm:cxn modelId="{DDC171FD-5F6D-4FB1-BB69-F2790589A3F9}" type="presParOf" srcId="{6A363092-FE8F-4DE8-A35C-2DCDA0C16878}" destId="{7FCAC12B-3597-40EE-8BE7-4353F511AD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2F348B-F1B9-4EB9-8081-FCDABEA6646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36EA2-8B38-4FFB-B5E6-BD4911BEB73D}">
      <dgm:prSet/>
      <dgm:spPr/>
      <dgm:t>
        <a:bodyPr/>
        <a:lstStyle/>
        <a:p>
          <a:r>
            <a:rPr lang="lt-LT" noProof="0" dirty="0"/>
            <a:t>Vertinant semantinius lizdus</a:t>
          </a:r>
          <a:r>
            <a:rPr lang="en-US" dirty="0"/>
            <a:t>:</a:t>
          </a:r>
        </a:p>
      </dgm:t>
    </dgm:pt>
    <dgm:pt modelId="{3941BDBC-E26A-41FC-8957-2140EAFE96DA}" type="parTrans" cxnId="{42D1479C-B485-4FED-9093-C746D10170CE}">
      <dgm:prSet/>
      <dgm:spPr/>
      <dgm:t>
        <a:bodyPr/>
        <a:lstStyle/>
        <a:p>
          <a:endParaRPr lang="en-US"/>
        </a:p>
      </dgm:t>
    </dgm:pt>
    <dgm:pt modelId="{B314C08C-C5B0-4872-964F-9EC0BA00276C}" type="sibTrans" cxnId="{42D1479C-B485-4FED-9093-C746D10170CE}">
      <dgm:prSet/>
      <dgm:spPr/>
      <dgm:t>
        <a:bodyPr/>
        <a:lstStyle/>
        <a:p>
          <a:endParaRPr lang="en-US"/>
        </a:p>
      </dgm:t>
    </dgm:pt>
    <dgm:pt modelId="{42402A54-DD75-444F-9BF8-ABA178ACF2EF}">
      <dgm:prSet/>
      <dgm:spPr/>
      <dgm:t>
        <a:bodyPr/>
        <a:lstStyle/>
        <a:p>
          <a:r>
            <a:rPr lang="en-US" dirty="0"/>
            <a:t>•</a:t>
          </a:r>
          <a:r>
            <a:rPr lang="lt-LT" noProof="0" dirty="0"/>
            <a:t>Norma – 3–4 semantiniai lizdai per minutę, po 5–6 žodžius kiekviename.</a:t>
          </a:r>
          <a:endParaRPr lang="en-US" dirty="0"/>
        </a:p>
      </dgm:t>
    </dgm:pt>
    <dgm:pt modelId="{144A483B-1E1A-4FA6-9AEF-4D437245410E}" type="parTrans" cxnId="{905579FC-8236-4EDF-BB00-F36B8A5CEE8F}">
      <dgm:prSet/>
      <dgm:spPr/>
      <dgm:t>
        <a:bodyPr/>
        <a:lstStyle/>
        <a:p>
          <a:endParaRPr lang="en-US"/>
        </a:p>
      </dgm:t>
    </dgm:pt>
    <dgm:pt modelId="{C12E23B4-87B1-4708-A2A1-BF176856558A}" type="sibTrans" cxnId="{905579FC-8236-4EDF-BB00-F36B8A5CEE8F}">
      <dgm:prSet/>
      <dgm:spPr/>
      <dgm:t>
        <a:bodyPr/>
        <a:lstStyle/>
        <a:p>
          <a:endParaRPr lang="en-US"/>
        </a:p>
      </dgm:t>
    </dgm:pt>
    <dgm:pt modelId="{716002CD-9F1A-4358-BF48-DA7258C4136D}">
      <dgm:prSet/>
      <dgm:spPr/>
      <dgm:t>
        <a:bodyPr/>
        <a:lstStyle/>
        <a:p>
          <a:r>
            <a:rPr lang="en-US"/>
            <a:t>• Lizdų skaičiaus didėjimas arba mažėjimas atspindi kalbinio mąstymo veiklos ypatybes.</a:t>
          </a:r>
        </a:p>
      </dgm:t>
    </dgm:pt>
    <dgm:pt modelId="{BBD8FB34-C573-420A-9992-6F29F5CBB640}" type="parTrans" cxnId="{C12DA69D-30F2-4218-ACB8-378B499AAFE5}">
      <dgm:prSet/>
      <dgm:spPr/>
      <dgm:t>
        <a:bodyPr/>
        <a:lstStyle/>
        <a:p>
          <a:endParaRPr lang="en-US"/>
        </a:p>
      </dgm:t>
    </dgm:pt>
    <dgm:pt modelId="{B2CA47A1-DBFE-4EC7-AED4-0EEDB8DDC91C}" type="sibTrans" cxnId="{C12DA69D-30F2-4218-ACB8-378B499AAFE5}">
      <dgm:prSet/>
      <dgm:spPr/>
      <dgm:t>
        <a:bodyPr/>
        <a:lstStyle/>
        <a:p>
          <a:endParaRPr lang="en-US"/>
        </a:p>
      </dgm:t>
    </dgm:pt>
    <dgm:pt modelId="{C4775F0F-36E8-4997-978D-3FF8BC2E6951}">
      <dgm:prSet/>
      <dgm:spPr/>
      <dgm:t>
        <a:bodyPr/>
        <a:lstStyle/>
        <a:p>
          <a:r>
            <a:rPr lang="en-US" dirty="0"/>
            <a:t>• Tai </a:t>
          </a:r>
          <a:r>
            <a:rPr lang="en-US" dirty="0" err="1"/>
            <a:t>susiję</a:t>
          </a:r>
          <a:r>
            <a:rPr lang="en-US" dirty="0"/>
            <a:t> </a:t>
          </a:r>
          <a:r>
            <a:rPr lang="en-US" dirty="0" err="1"/>
            <a:t>su</a:t>
          </a:r>
          <a:r>
            <a:rPr lang="en-US" dirty="0"/>
            <a:t> </a:t>
          </a:r>
          <a:r>
            <a:rPr lang="en-US" dirty="0" err="1"/>
            <a:t>sąmonės</a:t>
          </a:r>
          <a:r>
            <a:rPr lang="en-US" dirty="0"/>
            <a:t> </a:t>
          </a:r>
          <a:r>
            <a:rPr lang="en-US" dirty="0" err="1"/>
            <a:t>ir</a:t>
          </a:r>
          <a:r>
            <a:rPr lang="en-US" dirty="0"/>
            <a:t> </a:t>
          </a:r>
          <a:r>
            <a:rPr lang="en-US" dirty="0" err="1"/>
            <a:t>pasąmonės</a:t>
          </a:r>
          <a:r>
            <a:rPr lang="en-US" dirty="0"/>
            <a:t> </a:t>
          </a:r>
          <a:r>
            <a:rPr lang="en-US" dirty="0" err="1"/>
            <a:t>procesų</a:t>
          </a:r>
          <a:r>
            <a:rPr lang="en-US" dirty="0"/>
            <a:t> </a:t>
          </a:r>
          <a:r>
            <a:rPr lang="en-US" dirty="0" err="1"/>
            <a:t>aktyvumu</a:t>
          </a:r>
          <a:r>
            <a:rPr lang="en-US" dirty="0"/>
            <a:t> </a:t>
          </a:r>
          <a:r>
            <a:rPr lang="en-US" dirty="0" err="1"/>
            <a:t>arba</a:t>
          </a:r>
          <a:r>
            <a:rPr lang="en-US" dirty="0"/>
            <a:t> </a:t>
          </a:r>
          <a:r>
            <a:rPr lang="en-US" dirty="0" err="1"/>
            <a:t>slopinimu</a:t>
          </a:r>
          <a:r>
            <a:rPr lang="en-US" dirty="0"/>
            <a:t>.</a:t>
          </a:r>
        </a:p>
      </dgm:t>
    </dgm:pt>
    <dgm:pt modelId="{84D77373-48DE-49FE-825F-4BE7C302FE05}" type="parTrans" cxnId="{AB0E8D72-3EA6-49AC-9FEB-6DF52FC2C58F}">
      <dgm:prSet/>
      <dgm:spPr/>
      <dgm:t>
        <a:bodyPr/>
        <a:lstStyle/>
        <a:p>
          <a:endParaRPr lang="en-US"/>
        </a:p>
      </dgm:t>
    </dgm:pt>
    <dgm:pt modelId="{40935984-BF5A-46CA-A9D3-0B16537F85A1}" type="sibTrans" cxnId="{AB0E8D72-3EA6-49AC-9FEB-6DF52FC2C58F}">
      <dgm:prSet/>
      <dgm:spPr/>
      <dgm:t>
        <a:bodyPr/>
        <a:lstStyle/>
        <a:p>
          <a:endParaRPr lang="en-US"/>
        </a:p>
      </dgm:t>
    </dgm:pt>
    <dgm:pt modelId="{04B04A47-72C5-4040-9747-731B6E8A1CE1}" type="pres">
      <dgm:prSet presAssocID="{822F348B-F1B9-4EB9-8081-FCDABEA66464}" presName="vert0" presStyleCnt="0">
        <dgm:presLayoutVars>
          <dgm:dir/>
          <dgm:animOne val="branch"/>
          <dgm:animLvl val="lvl"/>
        </dgm:presLayoutVars>
      </dgm:prSet>
      <dgm:spPr/>
    </dgm:pt>
    <dgm:pt modelId="{4E58DA2A-585F-4D71-BE4E-57D0E83DAAAE}" type="pres">
      <dgm:prSet presAssocID="{BB036EA2-8B38-4FFB-B5E6-BD4911BEB73D}" presName="thickLine" presStyleLbl="alignNode1" presStyleIdx="0" presStyleCnt="4"/>
      <dgm:spPr/>
    </dgm:pt>
    <dgm:pt modelId="{49620557-DCD3-4482-B800-A0E4B3A1BF75}" type="pres">
      <dgm:prSet presAssocID="{BB036EA2-8B38-4FFB-B5E6-BD4911BEB73D}" presName="horz1" presStyleCnt="0"/>
      <dgm:spPr/>
    </dgm:pt>
    <dgm:pt modelId="{73DE0247-7273-4AAF-BEED-85B987F678D2}" type="pres">
      <dgm:prSet presAssocID="{BB036EA2-8B38-4FFB-B5E6-BD4911BEB73D}" presName="tx1" presStyleLbl="revTx" presStyleIdx="0" presStyleCnt="4"/>
      <dgm:spPr/>
    </dgm:pt>
    <dgm:pt modelId="{069072A3-B015-4BDC-A483-16869FBA898D}" type="pres">
      <dgm:prSet presAssocID="{BB036EA2-8B38-4FFB-B5E6-BD4911BEB73D}" presName="vert1" presStyleCnt="0"/>
      <dgm:spPr/>
    </dgm:pt>
    <dgm:pt modelId="{276E7B30-3A49-4EF9-A89F-A45C7E492D1E}" type="pres">
      <dgm:prSet presAssocID="{42402A54-DD75-444F-9BF8-ABA178ACF2EF}" presName="thickLine" presStyleLbl="alignNode1" presStyleIdx="1" presStyleCnt="4"/>
      <dgm:spPr/>
    </dgm:pt>
    <dgm:pt modelId="{B698800A-72E1-4DCA-AA28-8B9A4F4867F3}" type="pres">
      <dgm:prSet presAssocID="{42402A54-DD75-444F-9BF8-ABA178ACF2EF}" presName="horz1" presStyleCnt="0"/>
      <dgm:spPr/>
    </dgm:pt>
    <dgm:pt modelId="{3F6C8A90-5FF1-4110-B36D-EFFB836DEAC0}" type="pres">
      <dgm:prSet presAssocID="{42402A54-DD75-444F-9BF8-ABA178ACF2EF}" presName="tx1" presStyleLbl="revTx" presStyleIdx="1" presStyleCnt="4"/>
      <dgm:spPr/>
    </dgm:pt>
    <dgm:pt modelId="{CE6D8948-20B5-4FB1-8B47-969F80D350F4}" type="pres">
      <dgm:prSet presAssocID="{42402A54-DD75-444F-9BF8-ABA178ACF2EF}" presName="vert1" presStyleCnt="0"/>
      <dgm:spPr/>
    </dgm:pt>
    <dgm:pt modelId="{1CECE5DC-1B1B-4E21-A533-6A1D9DF8BF4F}" type="pres">
      <dgm:prSet presAssocID="{716002CD-9F1A-4358-BF48-DA7258C4136D}" presName="thickLine" presStyleLbl="alignNode1" presStyleIdx="2" presStyleCnt="4"/>
      <dgm:spPr/>
    </dgm:pt>
    <dgm:pt modelId="{3B75D538-49AE-4344-9B35-57D5EA023C1A}" type="pres">
      <dgm:prSet presAssocID="{716002CD-9F1A-4358-BF48-DA7258C4136D}" presName="horz1" presStyleCnt="0"/>
      <dgm:spPr/>
    </dgm:pt>
    <dgm:pt modelId="{061D7759-AEE1-4870-9CB9-BAB9BC715625}" type="pres">
      <dgm:prSet presAssocID="{716002CD-9F1A-4358-BF48-DA7258C4136D}" presName="tx1" presStyleLbl="revTx" presStyleIdx="2" presStyleCnt="4"/>
      <dgm:spPr/>
    </dgm:pt>
    <dgm:pt modelId="{1076197C-FA65-4D5D-B84D-FB92BD07DFE1}" type="pres">
      <dgm:prSet presAssocID="{716002CD-9F1A-4358-BF48-DA7258C4136D}" presName="vert1" presStyleCnt="0"/>
      <dgm:spPr/>
    </dgm:pt>
    <dgm:pt modelId="{5B36E86A-779A-43E4-9BE6-CCAA9EB533A4}" type="pres">
      <dgm:prSet presAssocID="{C4775F0F-36E8-4997-978D-3FF8BC2E6951}" presName="thickLine" presStyleLbl="alignNode1" presStyleIdx="3" presStyleCnt="4"/>
      <dgm:spPr/>
    </dgm:pt>
    <dgm:pt modelId="{2411A09E-C5F3-4E5D-B430-27A63825128E}" type="pres">
      <dgm:prSet presAssocID="{C4775F0F-36E8-4997-978D-3FF8BC2E6951}" presName="horz1" presStyleCnt="0"/>
      <dgm:spPr/>
    </dgm:pt>
    <dgm:pt modelId="{0BEAFEF6-1BD8-4F1C-AC9E-E9E9712611D9}" type="pres">
      <dgm:prSet presAssocID="{C4775F0F-36E8-4997-978D-3FF8BC2E6951}" presName="tx1" presStyleLbl="revTx" presStyleIdx="3" presStyleCnt="4"/>
      <dgm:spPr/>
    </dgm:pt>
    <dgm:pt modelId="{23461855-BF14-4A6C-AEFE-DE3DE0805534}" type="pres">
      <dgm:prSet presAssocID="{C4775F0F-36E8-4997-978D-3FF8BC2E6951}" presName="vert1" presStyleCnt="0"/>
      <dgm:spPr/>
    </dgm:pt>
  </dgm:ptLst>
  <dgm:cxnLst>
    <dgm:cxn modelId="{A4536D71-173E-435A-A985-5A1F06517515}" type="presOf" srcId="{C4775F0F-36E8-4997-978D-3FF8BC2E6951}" destId="{0BEAFEF6-1BD8-4F1C-AC9E-E9E9712611D9}" srcOrd="0" destOrd="0" presId="urn:microsoft.com/office/officeart/2008/layout/LinedList"/>
    <dgm:cxn modelId="{AB0E8D72-3EA6-49AC-9FEB-6DF52FC2C58F}" srcId="{822F348B-F1B9-4EB9-8081-FCDABEA66464}" destId="{C4775F0F-36E8-4997-978D-3FF8BC2E6951}" srcOrd="3" destOrd="0" parTransId="{84D77373-48DE-49FE-825F-4BE7C302FE05}" sibTransId="{40935984-BF5A-46CA-A9D3-0B16537F85A1}"/>
    <dgm:cxn modelId="{AE024A96-EEE0-48D6-A6F8-CDCA595C94CA}" type="presOf" srcId="{822F348B-F1B9-4EB9-8081-FCDABEA66464}" destId="{04B04A47-72C5-4040-9747-731B6E8A1CE1}" srcOrd="0" destOrd="0" presId="urn:microsoft.com/office/officeart/2008/layout/LinedList"/>
    <dgm:cxn modelId="{1770C298-BCA7-42A0-9AFC-773D0E144DCD}" type="presOf" srcId="{42402A54-DD75-444F-9BF8-ABA178ACF2EF}" destId="{3F6C8A90-5FF1-4110-B36D-EFFB836DEAC0}" srcOrd="0" destOrd="0" presId="urn:microsoft.com/office/officeart/2008/layout/LinedList"/>
    <dgm:cxn modelId="{42D1479C-B485-4FED-9093-C746D10170CE}" srcId="{822F348B-F1B9-4EB9-8081-FCDABEA66464}" destId="{BB036EA2-8B38-4FFB-B5E6-BD4911BEB73D}" srcOrd="0" destOrd="0" parTransId="{3941BDBC-E26A-41FC-8957-2140EAFE96DA}" sibTransId="{B314C08C-C5B0-4872-964F-9EC0BA00276C}"/>
    <dgm:cxn modelId="{25B5349D-CDB0-4C8A-B9DF-C4B4C9192F82}" type="presOf" srcId="{716002CD-9F1A-4358-BF48-DA7258C4136D}" destId="{061D7759-AEE1-4870-9CB9-BAB9BC715625}" srcOrd="0" destOrd="0" presId="urn:microsoft.com/office/officeart/2008/layout/LinedList"/>
    <dgm:cxn modelId="{C12DA69D-30F2-4218-ACB8-378B499AAFE5}" srcId="{822F348B-F1B9-4EB9-8081-FCDABEA66464}" destId="{716002CD-9F1A-4358-BF48-DA7258C4136D}" srcOrd="2" destOrd="0" parTransId="{BBD8FB34-C573-420A-9992-6F29F5CBB640}" sibTransId="{B2CA47A1-DBFE-4EC7-AED4-0EEDB8DDC91C}"/>
    <dgm:cxn modelId="{B5A06EA7-B99A-4297-A091-B7488262FD17}" type="presOf" srcId="{BB036EA2-8B38-4FFB-B5E6-BD4911BEB73D}" destId="{73DE0247-7273-4AAF-BEED-85B987F678D2}" srcOrd="0" destOrd="0" presId="urn:microsoft.com/office/officeart/2008/layout/LinedList"/>
    <dgm:cxn modelId="{905579FC-8236-4EDF-BB00-F36B8A5CEE8F}" srcId="{822F348B-F1B9-4EB9-8081-FCDABEA66464}" destId="{42402A54-DD75-444F-9BF8-ABA178ACF2EF}" srcOrd="1" destOrd="0" parTransId="{144A483B-1E1A-4FA6-9AEF-4D437245410E}" sibTransId="{C12E23B4-87B1-4708-A2A1-BF176856558A}"/>
    <dgm:cxn modelId="{D0D52120-71EC-4E81-9424-FD677D6A1223}" type="presParOf" srcId="{04B04A47-72C5-4040-9747-731B6E8A1CE1}" destId="{4E58DA2A-585F-4D71-BE4E-57D0E83DAAAE}" srcOrd="0" destOrd="0" presId="urn:microsoft.com/office/officeart/2008/layout/LinedList"/>
    <dgm:cxn modelId="{C44BBF28-16B9-489B-B49E-B1DCCB0193D2}" type="presParOf" srcId="{04B04A47-72C5-4040-9747-731B6E8A1CE1}" destId="{49620557-DCD3-4482-B800-A0E4B3A1BF75}" srcOrd="1" destOrd="0" presId="urn:microsoft.com/office/officeart/2008/layout/LinedList"/>
    <dgm:cxn modelId="{1630953E-31C5-4A07-A329-D2DD3D46C92D}" type="presParOf" srcId="{49620557-DCD3-4482-B800-A0E4B3A1BF75}" destId="{73DE0247-7273-4AAF-BEED-85B987F678D2}" srcOrd="0" destOrd="0" presId="urn:microsoft.com/office/officeart/2008/layout/LinedList"/>
    <dgm:cxn modelId="{8805A20F-40D7-4745-9D7C-A38A927B1A70}" type="presParOf" srcId="{49620557-DCD3-4482-B800-A0E4B3A1BF75}" destId="{069072A3-B015-4BDC-A483-16869FBA898D}" srcOrd="1" destOrd="0" presId="urn:microsoft.com/office/officeart/2008/layout/LinedList"/>
    <dgm:cxn modelId="{61C30C13-A648-4900-A413-FDBFDDC012D1}" type="presParOf" srcId="{04B04A47-72C5-4040-9747-731B6E8A1CE1}" destId="{276E7B30-3A49-4EF9-A89F-A45C7E492D1E}" srcOrd="2" destOrd="0" presId="urn:microsoft.com/office/officeart/2008/layout/LinedList"/>
    <dgm:cxn modelId="{EC8A7BB6-CAF6-4B15-A415-E07D64C2E7F5}" type="presParOf" srcId="{04B04A47-72C5-4040-9747-731B6E8A1CE1}" destId="{B698800A-72E1-4DCA-AA28-8B9A4F4867F3}" srcOrd="3" destOrd="0" presId="urn:microsoft.com/office/officeart/2008/layout/LinedList"/>
    <dgm:cxn modelId="{ED6BBC8D-86C7-4508-A064-AB093679D42D}" type="presParOf" srcId="{B698800A-72E1-4DCA-AA28-8B9A4F4867F3}" destId="{3F6C8A90-5FF1-4110-B36D-EFFB836DEAC0}" srcOrd="0" destOrd="0" presId="urn:microsoft.com/office/officeart/2008/layout/LinedList"/>
    <dgm:cxn modelId="{F9A481DB-791E-4A72-9011-FA0F3CD13BF9}" type="presParOf" srcId="{B698800A-72E1-4DCA-AA28-8B9A4F4867F3}" destId="{CE6D8948-20B5-4FB1-8B47-969F80D350F4}" srcOrd="1" destOrd="0" presId="urn:microsoft.com/office/officeart/2008/layout/LinedList"/>
    <dgm:cxn modelId="{97FB87C2-ABA9-4FAF-83C7-ADE1BEBB6C51}" type="presParOf" srcId="{04B04A47-72C5-4040-9747-731B6E8A1CE1}" destId="{1CECE5DC-1B1B-4E21-A533-6A1D9DF8BF4F}" srcOrd="4" destOrd="0" presId="urn:microsoft.com/office/officeart/2008/layout/LinedList"/>
    <dgm:cxn modelId="{25455BC5-FCCF-4D39-8016-42135E3B79A8}" type="presParOf" srcId="{04B04A47-72C5-4040-9747-731B6E8A1CE1}" destId="{3B75D538-49AE-4344-9B35-57D5EA023C1A}" srcOrd="5" destOrd="0" presId="urn:microsoft.com/office/officeart/2008/layout/LinedList"/>
    <dgm:cxn modelId="{DDD1BB5F-C163-41CC-B862-1C1A2A4A3EFA}" type="presParOf" srcId="{3B75D538-49AE-4344-9B35-57D5EA023C1A}" destId="{061D7759-AEE1-4870-9CB9-BAB9BC715625}" srcOrd="0" destOrd="0" presId="urn:microsoft.com/office/officeart/2008/layout/LinedList"/>
    <dgm:cxn modelId="{801DB288-0354-4973-ABF0-905BA7414BF4}" type="presParOf" srcId="{3B75D538-49AE-4344-9B35-57D5EA023C1A}" destId="{1076197C-FA65-4D5D-B84D-FB92BD07DFE1}" srcOrd="1" destOrd="0" presId="urn:microsoft.com/office/officeart/2008/layout/LinedList"/>
    <dgm:cxn modelId="{3615FEE4-913D-4B24-8641-04538785EFAD}" type="presParOf" srcId="{04B04A47-72C5-4040-9747-731B6E8A1CE1}" destId="{5B36E86A-779A-43E4-9BE6-CCAA9EB533A4}" srcOrd="6" destOrd="0" presId="urn:microsoft.com/office/officeart/2008/layout/LinedList"/>
    <dgm:cxn modelId="{1F3BA24B-AC0B-4EF1-9AD6-8AECA225C4CD}" type="presParOf" srcId="{04B04A47-72C5-4040-9747-731B6E8A1CE1}" destId="{2411A09E-C5F3-4E5D-B430-27A63825128E}" srcOrd="7" destOrd="0" presId="urn:microsoft.com/office/officeart/2008/layout/LinedList"/>
    <dgm:cxn modelId="{EA22620A-3D69-4EA1-84D6-A7D576BF220A}" type="presParOf" srcId="{2411A09E-C5F3-4E5D-B430-27A63825128E}" destId="{0BEAFEF6-1BD8-4F1C-AC9E-E9E9712611D9}" srcOrd="0" destOrd="0" presId="urn:microsoft.com/office/officeart/2008/layout/LinedList"/>
    <dgm:cxn modelId="{5EC0A7B3-B876-42AD-92B3-BC35C99C59FA}" type="presParOf" srcId="{2411A09E-C5F3-4E5D-B430-27A63825128E}" destId="{23461855-BF14-4A6C-AEFE-DE3DE08055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51FE0A-9C45-4E54-A505-AA88423922C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E495CB-F820-4B9B-8ED1-2492C420BD93}">
      <dgm:prSet/>
      <dgm:spPr/>
      <dgm:t>
        <a:bodyPr/>
        <a:lstStyle/>
        <a:p>
          <a:r>
            <a:rPr lang="en-US"/>
            <a:t>Pradinis žodis: lietus</a:t>
          </a:r>
        </a:p>
      </dgm:t>
    </dgm:pt>
    <dgm:pt modelId="{B9D74D1E-2A9C-485A-8D11-37818A632DDF}" type="parTrans" cxnId="{AB74FC0C-FF83-4547-A1A1-32EBF69068AB}">
      <dgm:prSet/>
      <dgm:spPr/>
      <dgm:t>
        <a:bodyPr/>
        <a:lstStyle/>
        <a:p>
          <a:endParaRPr lang="en-US"/>
        </a:p>
      </dgm:t>
    </dgm:pt>
    <dgm:pt modelId="{9309E693-398C-4700-B074-666158DC9313}" type="sibTrans" cxnId="{AB74FC0C-FF83-4547-A1A1-32EBF69068AB}">
      <dgm:prSet/>
      <dgm:spPr/>
      <dgm:t>
        <a:bodyPr/>
        <a:lstStyle/>
        <a:p>
          <a:endParaRPr lang="en-US"/>
        </a:p>
      </dgm:t>
    </dgm:pt>
    <dgm:pt modelId="{D6D5B207-8221-4209-86E2-BE68A8BD80CF}">
      <dgm:prSet/>
      <dgm:spPr/>
      <dgm:t>
        <a:bodyPr/>
        <a:lstStyle/>
        <a:p>
          <a:r>
            <a:rPr lang="en-US"/>
            <a:t>Grandinė (1 min):</a:t>
          </a:r>
        </a:p>
      </dgm:t>
    </dgm:pt>
    <dgm:pt modelId="{49238BCE-FC73-493D-BB82-D9D00EA77137}" type="parTrans" cxnId="{964FDA0F-2F9B-4512-98AC-EF243467F9AF}">
      <dgm:prSet/>
      <dgm:spPr/>
      <dgm:t>
        <a:bodyPr/>
        <a:lstStyle/>
        <a:p>
          <a:endParaRPr lang="en-US"/>
        </a:p>
      </dgm:t>
    </dgm:pt>
    <dgm:pt modelId="{FDAAC745-26AC-475C-91E0-54238B5645BE}" type="sibTrans" cxnId="{964FDA0F-2F9B-4512-98AC-EF243467F9AF}">
      <dgm:prSet/>
      <dgm:spPr/>
      <dgm:t>
        <a:bodyPr/>
        <a:lstStyle/>
        <a:p>
          <a:endParaRPr lang="en-US"/>
        </a:p>
      </dgm:t>
    </dgm:pt>
    <dgm:pt modelId="{8FD0774C-49FB-4D93-92A6-EC665BDA6720}">
      <dgm:prSet/>
      <dgm:spPr/>
      <dgm:t>
        <a:bodyPr/>
        <a:lstStyle/>
        <a:p>
          <a:r>
            <a:rPr lang="en-US"/>
            <a:t>lietus → lašai → stiklas → melancholija → prisiminimai → senas miestas → skėtis → kava → šiluma → knyga → ramybė</a:t>
          </a:r>
        </a:p>
      </dgm:t>
    </dgm:pt>
    <dgm:pt modelId="{88D77291-8B50-4620-9B3C-112291481558}" type="parTrans" cxnId="{DF635708-CE5C-4044-BF00-9EDAB09F7CEE}">
      <dgm:prSet/>
      <dgm:spPr/>
      <dgm:t>
        <a:bodyPr/>
        <a:lstStyle/>
        <a:p>
          <a:endParaRPr lang="en-US"/>
        </a:p>
      </dgm:t>
    </dgm:pt>
    <dgm:pt modelId="{1A9A6F99-C48C-4A31-AF31-044F228ECB27}" type="sibTrans" cxnId="{DF635708-CE5C-4044-BF00-9EDAB09F7CEE}">
      <dgm:prSet/>
      <dgm:spPr/>
      <dgm:t>
        <a:bodyPr/>
        <a:lstStyle/>
        <a:p>
          <a:endParaRPr lang="en-US"/>
        </a:p>
      </dgm:t>
    </dgm:pt>
    <dgm:pt modelId="{15476184-13A1-4DD0-9AC0-191B3F6BDC26}">
      <dgm:prSet/>
      <dgm:spPr/>
      <dgm:t>
        <a:bodyPr/>
        <a:lstStyle/>
        <a:p>
          <a:r>
            <a:rPr lang="en-US"/>
            <a:t>• Grandinės ilgis: 11 žodžių</a:t>
          </a:r>
        </a:p>
      </dgm:t>
    </dgm:pt>
    <dgm:pt modelId="{C2609CBA-80A9-4D7C-965E-1FA838009CA9}" type="parTrans" cxnId="{689C2C4D-741B-40B6-90D9-CD3F17AB9419}">
      <dgm:prSet/>
      <dgm:spPr/>
      <dgm:t>
        <a:bodyPr/>
        <a:lstStyle/>
        <a:p>
          <a:endParaRPr lang="en-US"/>
        </a:p>
      </dgm:t>
    </dgm:pt>
    <dgm:pt modelId="{8A452A2C-39D0-4D98-A016-5DAA911DB010}" type="sibTrans" cxnId="{689C2C4D-741B-40B6-90D9-CD3F17AB9419}">
      <dgm:prSet/>
      <dgm:spPr/>
      <dgm:t>
        <a:bodyPr/>
        <a:lstStyle/>
        <a:p>
          <a:endParaRPr lang="en-US"/>
        </a:p>
      </dgm:t>
    </dgm:pt>
    <dgm:pt modelId="{B4E1C750-35AA-4033-9357-D525544C7F5F}">
      <dgm:prSet/>
      <dgm:spPr/>
      <dgm:t>
        <a:bodyPr/>
        <a:lstStyle/>
        <a:p>
          <a:r>
            <a:rPr lang="en-US"/>
            <a:t>• Semantiniai lizdai:</a:t>
          </a:r>
        </a:p>
      </dgm:t>
    </dgm:pt>
    <dgm:pt modelId="{22BFB91A-67EA-4A21-8835-1DDE4160EF62}" type="parTrans" cxnId="{9AE2B798-C0E4-4CF4-B3E0-92DA602AF788}">
      <dgm:prSet/>
      <dgm:spPr/>
      <dgm:t>
        <a:bodyPr/>
        <a:lstStyle/>
        <a:p>
          <a:endParaRPr lang="en-US"/>
        </a:p>
      </dgm:t>
    </dgm:pt>
    <dgm:pt modelId="{D0065CE7-EF74-4955-87A4-52F6D8CB6BC3}" type="sibTrans" cxnId="{9AE2B798-C0E4-4CF4-B3E0-92DA602AF788}">
      <dgm:prSet/>
      <dgm:spPr/>
      <dgm:t>
        <a:bodyPr/>
        <a:lstStyle/>
        <a:p>
          <a:endParaRPr lang="en-US"/>
        </a:p>
      </dgm:t>
    </dgm:pt>
    <dgm:pt modelId="{08EB460E-6AF5-4A94-B80F-0297C306BE7D}">
      <dgm:prSet/>
      <dgm:spPr/>
      <dgm:t>
        <a:bodyPr/>
        <a:lstStyle/>
        <a:p>
          <a:r>
            <a:rPr lang="en-US"/>
            <a:t>– Gamta (lietus, lašai, stiklas)</a:t>
          </a:r>
        </a:p>
      </dgm:t>
    </dgm:pt>
    <dgm:pt modelId="{AF11A7B9-18DF-41AF-8509-1C97219715B2}" type="parTrans" cxnId="{26163BCC-2886-4ED6-A916-95AF09911FDD}">
      <dgm:prSet/>
      <dgm:spPr/>
      <dgm:t>
        <a:bodyPr/>
        <a:lstStyle/>
        <a:p>
          <a:endParaRPr lang="en-US"/>
        </a:p>
      </dgm:t>
    </dgm:pt>
    <dgm:pt modelId="{915383B5-1871-4FA1-8F73-E4406CF5BD78}" type="sibTrans" cxnId="{26163BCC-2886-4ED6-A916-95AF09911FDD}">
      <dgm:prSet/>
      <dgm:spPr/>
      <dgm:t>
        <a:bodyPr/>
        <a:lstStyle/>
        <a:p>
          <a:endParaRPr lang="en-US"/>
        </a:p>
      </dgm:t>
    </dgm:pt>
    <dgm:pt modelId="{43D80ADB-E001-4CC4-8168-87B619EE25EA}">
      <dgm:prSet/>
      <dgm:spPr/>
      <dgm:t>
        <a:bodyPr/>
        <a:lstStyle/>
        <a:p>
          <a:r>
            <a:rPr lang="en-US"/>
            <a:t>– Emocijos (melancholija, prisiminimai, ramybė)</a:t>
          </a:r>
        </a:p>
      </dgm:t>
    </dgm:pt>
    <dgm:pt modelId="{F4C2B8E1-553F-44A5-AC03-E42134F22E53}" type="parTrans" cxnId="{E6B8281F-AB69-48D9-8874-8306FF49794A}">
      <dgm:prSet/>
      <dgm:spPr/>
      <dgm:t>
        <a:bodyPr/>
        <a:lstStyle/>
        <a:p>
          <a:endParaRPr lang="en-US"/>
        </a:p>
      </dgm:t>
    </dgm:pt>
    <dgm:pt modelId="{C1DCD93E-E3F0-400C-8112-E58AD74F8397}" type="sibTrans" cxnId="{E6B8281F-AB69-48D9-8874-8306FF49794A}">
      <dgm:prSet/>
      <dgm:spPr/>
      <dgm:t>
        <a:bodyPr/>
        <a:lstStyle/>
        <a:p>
          <a:endParaRPr lang="en-US"/>
        </a:p>
      </dgm:t>
    </dgm:pt>
    <dgm:pt modelId="{ED3B72BC-4B6C-4263-8FBA-0DECF367B0E0}">
      <dgm:prSet/>
      <dgm:spPr/>
      <dgm:t>
        <a:bodyPr/>
        <a:lstStyle/>
        <a:p>
          <a:r>
            <a:rPr lang="en-US"/>
            <a:t>– Buitis (miestas, skėtis, kava, knyga, šiluma)</a:t>
          </a:r>
        </a:p>
      </dgm:t>
    </dgm:pt>
    <dgm:pt modelId="{9ED74412-03FA-4DB0-B20F-830A6222B3B1}" type="parTrans" cxnId="{DD2ADA29-8321-4B27-9470-711A3E832B16}">
      <dgm:prSet/>
      <dgm:spPr/>
      <dgm:t>
        <a:bodyPr/>
        <a:lstStyle/>
        <a:p>
          <a:endParaRPr lang="en-US"/>
        </a:p>
      </dgm:t>
    </dgm:pt>
    <dgm:pt modelId="{3727CD12-100D-42E9-AD7B-2B76E358A22D}" type="sibTrans" cxnId="{DD2ADA29-8321-4B27-9470-711A3E832B16}">
      <dgm:prSet/>
      <dgm:spPr/>
      <dgm:t>
        <a:bodyPr/>
        <a:lstStyle/>
        <a:p>
          <a:endParaRPr lang="en-US"/>
        </a:p>
      </dgm:t>
    </dgm:pt>
    <dgm:pt modelId="{4DAAB6DB-36EC-418A-85A6-5EB5B8E07527}" type="pres">
      <dgm:prSet presAssocID="{A651FE0A-9C45-4E54-A505-AA88423922CB}" presName="vert0" presStyleCnt="0">
        <dgm:presLayoutVars>
          <dgm:dir/>
          <dgm:animOne val="branch"/>
          <dgm:animLvl val="lvl"/>
        </dgm:presLayoutVars>
      </dgm:prSet>
      <dgm:spPr/>
    </dgm:pt>
    <dgm:pt modelId="{06B884E2-D4C6-4E2A-96D9-6DFBE13FD823}" type="pres">
      <dgm:prSet presAssocID="{0FE495CB-F820-4B9B-8ED1-2492C420BD93}" presName="thickLine" presStyleLbl="alignNode1" presStyleIdx="0" presStyleCnt="8"/>
      <dgm:spPr/>
    </dgm:pt>
    <dgm:pt modelId="{C0B3B24A-139C-44B2-85D8-1AD58BCAEBCD}" type="pres">
      <dgm:prSet presAssocID="{0FE495CB-F820-4B9B-8ED1-2492C420BD93}" presName="horz1" presStyleCnt="0"/>
      <dgm:spPr/>
    </dgm:pt>
    <dgm:pt modelId="{B796637A-F51F-49B6-938B-3EAD5C4156DE}" type="pres">
      <dgm:prSet presAssocID="{0FE495CB-F820-4B9B-8ED1-2492C420BD93}" presName="tx1" presStyleLbl="revTx" presStyleIdx="0" presStyleCnt="8"/>
      <dgm:spPr/>
    </dgm:pt>
    <dgm:pt modelId="{A6C937CD-9C27-420D-B1FD-BB8B6CB46523}" type="pres">
      <dgm:prSet presAssocID="{0FE495CB-F820-4B9B-8ED1-2492C420BD93}" presName="vert1" presStyleCnt="0"/>
      <dgm:spPr/>
    </dgm:pt>
    <dgm:pt modelId="{2361A987-B75A-4B8F-A50F-E88EA77A93BA}" type="pres">
      <dgm:prSet presAssocID="{D6D5B207-8221-4209-86E2-BE68A8BD80CF}" presName="thickLine" presStyleLbl="alignNode1" presStyleIdx="1" presStyleCnt="8"/>
      <dgm:spPr/>
    </dgm:pt>
    <dgm:pt modelId="{05A542DD-5058-43D4-A8AD-28268A3B9F8E}" type="pres">
      <dgm:prSet presAssocID="{D6D5B207-8221-4209-86E2-BE68A8BD80CF}" presName="horz1" presStyleCnt="0"/>
      <dgm:spPr/>
    </dgm:pt>
    <dgm:pt modelId="{5E00E127-014C-40E9-81E5-F952EDA397D2}" type="pres">
      <dgm:prSet presAssocID="{D6D5B207-8221-4209-86E2-BE68A8BD80CF}" presName="tx1" presStyleLbl="revTx" presStyleIdx="1" presStyleCnt="8"/>
      <dgm:spPr/>
    </dgm:pt>
    <dgm:pt modelId="{5A7B13BF-27AC-4F4A-8FCF-5C2337D6D026}" type="pres">
      <dgm:prSet presAssocID="{D6D5B207-8221-4209-86E2-BE68A8BD80CF}" presName="vert1" presStyleCnt="0"/>
      <dgm:spPr/>
    </dgm:pt>
    <dgm:pt modelId="{A506AAC1-BA13-4562-BAAD-239CA9E4B440}" type="pres">
      <dgm:prSet presAssocID="{8FD0774C-49FB-4D93-92A6-EC665BDA6720}" presName="thickLine" presStyleLbl="alignNode1" presStyleIdx="2" presStyleCnt="8"/>
      <dgm:spPr/>
    </dgm:pt>
    <dgm:pt modelId="{44FCD090-EE40-4D74-B473-8D205298B89C}" type="pres">
      <dgm:prSet presAssocID="{8FD0774C-49FB-4D93-92A6-EC665BDA6720}" presName="horz1" presStyleCnt="0"/>
      <dgm:spPr/>
    </dgm:pt>
    <dgm:pt modelId="{1D9F13DC-160A-4B74-AF32-94788A175B19}" type="pres">
      <dgm:prSet presAssocID="{8FD0774C-49FB-4D93-92A6-EC665BDA6720}" presName="tx1" presStyleLbl="revTx" presStyleIdx="2" presStyleCnt="8"/>
      <dgm:spPr/>
    </dgm:pt>
    <dgm:pt modelId="{60EE0BF0-4B73-4352-877F-2698396CE13D}" type="pres">
      <dgm:prSet presAssocID="{8FD0774C-49FB-4D93-92A6-EC665BDA6720}" presName="vert1" presStyleCnt="0"/>
      <dgm:spPr/>
    </dgm:pt>
    <dgm:pt modelId="{60D764B9-65C0-4856-92C2-0D2A84C28E8B}" type="pres">
      <dgm:prSet presAssocID="{15476184-13A1-4DD0-9AC0-191B3F6BDC26}" presName="thickLine" presStyleLbl="alignNode1" presStyleIdx="3" presStyleCnt="8"/>
      <dgm:spPr/>
    </dgm:pt>
    <dgm:pt modelId="{82BB5292-1FD5-4AAE-A307-9998B74B5D1F}" type="pres">
      <dgm:prSet presAssocID="{15476184-13A1-4DD0-9AC0-191B3F6BDC26}" presName="horz1" presStyleCnt="0"/>
      <dgm:spPr/>
    </dgm:pt>
    <dgm:pt modelId="{E15203C8-FADF-45FA-8942-25BF464FCE62}" type="pres">
      <dgm:prSet presAssocID="{15476184-13A1-4DD0-9AC0-191B3F6BDC26}" presName="tx1" presStyleLbl="revTx" presStyleIdx="3" presStyleCnt="8"/>
      <dgm:spPr/>
    </dgm:pt>
    <dgm:pt modelId="{27C91F30-41CF-45A7-9E84-70D611F082A4}" type="pres">
      <dgm:prSet presAssocID="{15476184-13A1-4DD0-9AC0-191B3F6BDC26}" presName="vert1" presStyleCnt="0"/>
      <dgm:spPr/>
    </dgm:pt>
    <dgm:pt modelId="{D99A53E0-F861-4E3B-8E7D-76A7DDAB4E19}" type="pres">
      <dgm:prSet presAssocID="{B4E1C750-35AA-4033-9357-D525544C7F5F}" presName="thickLine" presStyleLbl="alignNode1" presStyleIdx="4" presStyleCnt="8"/>
      <dgm:spPr/>
    </dgm:pt>
    <dgm:pt modelId="{DB06337E-4C22-41CD-AD6F-C0B42FB45B0B}" type="pres">
      <dgm:prSet presAssocID="{B4E1C750-35AA-4033-9357-D525544C7F5F}" presName="horz1" presStyleCnt="0"/>
      <dgm:spPr/>
    </dgm:pt>
    <dgm:pt modelId="{BCE0C885-D30B-461F-9BFF-C2EECD42471B}" type="pres">
      <dgm:prSet presAssocID="{B4E1C750-35AA-4033-9357-D525544C7F5F}" presName="tx1" presStyleLbl="revTx" presStyleIdx="4" presStyleCnt="8"/>
      <dgm:spPr/>
    </dgm:pt>
    <dgm:pt modelId="{762D6D44-6C0D-4B86-A9D0-34DC3015C647}" type="pres">
      <dgm:prSet presAssocID="{B4E1C750-35AA-4033-9357-D525544C7F5F}" presName="vert1" presStyleCnt="0"/>
      <dgm:spPr/>
    </dgm:pt>
    <dgm:pt modelId="{150A2F51-42A6-4F40-9F2E-D2DDA0EA8BB0}" type="pres">
      <dgm:prSet presAssocID="{08EB460E-6AF5-4A94-B80F-0297C306BE7D}" presName="thickLine" presStyleLbl="alignNode1" presStyleIdx="5" presStyleCnt="8"/>
      <dgm:spPr/>
    </dgm:pt>
    <dgm:pt modelId="{8B867E3A-9D21-4AD9-B2FA-FAB6D06B017B}" type="pres">
      <dgm:prSet presAssocID="{08EB460E-6AF5-4A94-B80F-0297C306BE7D}" presName="horz1" presStyleCnt="0"/>
      <dgm:spPr/>
    </dgm:pt>
    <dgm:pt modelId="{89C72649-F25C-47BE-B2B9-3F10B5BC35F9}" type="pres">
      <dgm:prSet presAssocID="{08EB460E-6AF5-4A94-B80F-0297C306BE7D}" presName="tx1" presStyleLbl="revTx" presStyleIdx="5" presStyleCnt="8"/>
      <dgm:spPr/>
    </dgm:pt>
    <dgm:pt modelId="{103D4ECB-43DD-4C28-B653-F2193330D790}" type="pres">
      <dgm:prSet presAssocID="{08EB460E-6AF5-4A94-B80F-0297C306BE7D}" presName="vert1" presStyleCnt="0"/>
      <dgm:spPr/>
    </dgm:pt>
    <dgm:pt modelId="{6EF878F7-5636-4445-A3C1-41BEE5CBAA27}" type="pres">
      <dgm:prSet presAssocID="{43D80ADB-E001-4CC4-8168-87B619EE25EA}" presName="thickLine" presStyleLbl="alignNode1" presStyleIdx="6" presStyleCnt="8"/>
      <dgm:spPr/>
    </dgm:pt>
    <dgm:pt modelId="{44914D73-58D0-4253-A64D-6A1CD1309DFA}" type="pres">
      <dgm:prSet presAssocID="{43D80ADB-E001-4CC4-8168-87B619EE25EA}" presName="horz1" presStyleCnt="0"/>
      <dgm:spPr/>
    </dgm:pt>
    <dgm:pt modelId="{49600C99-3DFC-4D9D-8B7B-FDF24278E208}" type="pres">
      <dgm:prSet presAssocID="{43D80ADB-E001-4CC4-8168-87B619EE25EA}" presName="tx1" presStyleLbl="revTx" presStyleIdx="6" presStyleCnt="8"/>
      <dgm:spPr/>
    </dgm:pt>
    <dgm:pt modelId="{46387C27-AC4F-4629-BC23-71596FF381C1}" type="pres">
      <dgm:prSet presAssocID="{43D80ADB-E001-4CC4-8168-87B619EE25EA}" presName="vert1" presStyleCnt="0"/>
      <dgm:spPr/>
    </dgm:pt>
    <dgm:pt modelId="{D5BB619B-18CF-42D4-8BE5-C2270DE2017A}" type="pres">
      <dgm:prSet presAssocID="{ED3B72BC-4B6C-4263-8FBA-0DECF367B0E0}" presName="thickLine" presStyleLbl="alignNode1" presStyleIdx="7" presStyleCnt="8"/>
      <dgm:spPr/>
    </dgm:pt>
    <dgm:pt modelId="{54DB96BE-49FD-45BE-9405-E001BD219EFE}" type="pres">
      <dgm:prSet presAssocID="{ED3B72BC-4B6C-4263-8FBA-0DECF367B0E0}" presName="horz1" presStyleCnt="0"/>
      <dgm:spPr/>
    </dgm:pt>
    <dgm:pt modelId="{21A66BF7-52EB-47E7-9920-261C444C7715}" type="pres">
      <dgm:prSet presAssocID="{ED3B72BC-4B6C-4263-8FBA-0DECF367B0E0}" presName="tx1" presStyleLbl="revTx" presStyleIdx="7" presStyleCnt="8"/>
      <dgm:spPr/>
    </dgm:pt>
    <dgm:pt modelId="{DFE0018C-4384-4837-8B0D-C465AD9097F5}" type="pres">
      <dgm:prSet presAssocID="{ED3B72BC-4B6C-4263-8FBA-0DECF367B0E0}" presName="vert1" presStyleCnt="0"/>
      <dgm:spPr/>
    </dgm:pt>
  </dgm:ptLst>
  <dgm:cxnLst>
    <dgm:cxn modelId="{DF635708-CE5C-4044-BF00-9EDAB09F7CEE}" srcId="{A651FE0A-9C45-4E54-A505-AA88423922CB}" destId="{8FD0774C-49FB-4D93-92A6-EC665BDA6720}" srcOrd="2" destOrd="0" parTransId="{88D77291-8B50-4620-9B3C-112291481558}" sibTransId="{1A9A6F99-C48C-4A31-AF31-044F228ECB27}"/>
    <dgm:cxn modelId="{AB74FC0C-FF83-4547-A1A1-32EBF69068AB}" srcId="{A651FE0A-9C45-4E54-A505-AA88423922CB}" destId="{0FE495CB-F820-4B9B-8ED1-2492C420BD93}" srcOrd="0" destOrd="0" parTransId="{B9D74D1E-2A9C-485A-8D11-37818A632DDF}" sibTransId="{9309E693-398C-4700-B074-666158DC9313}"/>
    <dgm:cxn modelId="{964FDA0F-2F9B-4512-98AC-EF243467F9AF}" srcId="{A651FE0A-9C45-4E54-A505-AA88423922CB}" destId="{D6D5B207-8221-4209-86E2-BE68A8BD80CF}" srcOrd="1" destOrd="0" parTransId="{49238BCE-FC73-493D-BB82-D9D00EA77137}" sibTransId="{FDAAC745-26AC-475C-91E0-54238B5645BE}"/>
    <dgm:cxn modelId="{E6B8281F-AB69-48D9-8874-8306FF49794A}" srcId="{A651FE0A-9C45-4E54-A505-AA88423922CB}" destId="{43D80ADB-E001-4CC4-8168-87B619EE25EA}" srcOrd="6" destOrd="0" parTransId="{F4C2B8E1-553F-44A5-AC03-E42134F22E53}" sibTransId="{C1DCD93E-E3F0-400C-8112-E58AD74F8397}"/>
    <dgm:cxn modelId="{DD2ADA29-8321-4B27-9470-711A3E832B16}" srcId="{A651FE0A-9C45-4E54-A505-AA88423922CB}" destId="{ED3B72BC-4B6C-4263-8FBA-0DECF367B0E0}" srcOrd="7" destOrd="0" parTransId="{9ED74412-03FA-4DB0-B20F-830A6222B3B1}" sibTransId="{3727CD12-100D-42E9-AD7B-2B76E358A22D}"/>
    <dgm:cxn modelId="{B1AA0B31-A4B4-4405-9CE0-CC2D313407C1}" type="presOf" srcId="{8FD0774C-49FB-4D93-92A6-EC665BDA6720}" destId="{1D9F13DC-160A-4B74-AF32-94788A175B19}" srcOrd="0" destOrd="0" presId="urn:microsoft.com/office/officeart/2008/layout/LinedList"/>
    <dgm:cxn modelId="{4761AD69-82CE-4AD6-8507-1F31CD822356}" type="presOf" srcId="{B4E1C750-35AA-4033-9357-D525544C7F5F}" destId="{BCE0C885-D30B-461F-9BFF-C2EECD42471B}" srcOrd="0" destOrd="0" presId="urn:microsoft.com/office/officeart/2008/layout/LinedList"/>
    <dgm:cxn modelId="{8C62906A-1BC5-4FC4-BE2A-2BE37B7D8678}" type="presOf" srcId="{D6D5B207-8221-4209-86E2-BE68A8BD80CF}" destId="{5E00E127-014C-40E9-81E5-F952EDA397D2}" srcOrd="0" destOrd="0" presId="urn:microsoft.com/office/officeart/2008/layout/LinedList"/>
    <dgm:cxn modelId="{689C2C4D-741B-40B6-90D9-CD3F17AB9419}" srcId="{A651FE0A-9C45-4E54-A505-AA88423922CB}" destId="{15476184-13A1-4DD0-9AC0-191B3F6BDC26}" srcOrd="3" destOrd="0" parTransId="{C2609CBA-80A9-4D7C-965E-1FA838009CA9}" sibTransId="{8A452A2C-39D0-4D98-A016-5DAA911DB010}"/>
    <dgm:cxn modelId="{2622066E-E4F9-40FA-B77D-AE485993E11B}" type="presOf" srcId="{A651FE0A-9C45-4E54-A505-AA88423922CB}" destId="{4DAAB6DB-36EC-418A-85A6-5EB5B8E07527}" srcOrd="0" destOrd="0" presId="urn:microsoft.com/office/officeart/2008/layout/LinedList"/>
    <dgm:cxn modelId="{98A1A159-30CB-4E53-8D16-3C436316C3B2}" type="presOf" srcId="{15476184-13A1-4DD0-9AC0-191B3F6BDC26}" destId="{E15203C8-FADF-45FA-8942-25BF464FCE62}" srcOrd="0" destOrd="0" presId="urn:microsoft.com/office/officeart/2008/layout/LinedList"/>
    <dgm:cxn modelId="{1CE13594-8372-41D2-9B08-680CA89E6C43}" type="presOf" srcId="{ED3B72BC-4B6C-4263-8FBA-0DECF367B0E0}" destId="{21A66BF7-52EB-47E7-9920-261C444C7715}" srcOrd="0" destOrd="0" presId="urn:microsoft.com/office/officeart/2008/layout/LinedList"/>
    <dgm:cxn modelId="{9AE2B798-C0E4-4CF4-B3E0-92DA602AF788}" srcId="{A651FE0A-9C45-4E54-A505-AA88423922CB}" destId="{B4E1C750-35AA-4033-9357-D525544C7F5F}" srcOrd="4" destOrd="0" parTransId="{22BFB91A-67EA-4A21-8835-1DDE4160EF62}" sibTransId="{D0065CE7-EF74-4955-87A4-52F6D8CB6BC3}"/>
    <dgm:cxn modelId="{45E1F9B8-2FE5-4BAF-AA4D-26CA3FBC3290}" type="presOf" srcId="{0FE495CB-F820-4B9B-8ED1-2492C420BD93}" destId="{B796637A-F51F-49B6-938B-3EAD5C4156DE}" srcOrd="0" destOrd="0" presId="urn:microsoft.com/office/officeart/2008/layout/LinedList"/>
    <dgm:cxn modelId="{26163BCC-2886-4ED6-A916-95AF09911FDD}" srcId="{A651FE0A-9C45-4E54-A505-AA88423922CB}" destId="{08EB460E-6AF5-4A94-B80F-0297C306BE7D}" srcOrd="5" destOrd="0" parTransId="{AF11A7B9-18DF-41AF-8509-1C97219715B2}" sibTransId="{915383B5-1871-4FA1-8F73-E4406CF5BD78}"/>
    <dgm:cxn modelId="{F999F0E4-F8FB-42C3-A470-40FE1E1EAB81}" type="presOf" srcId="{43D80ADB-E001-4CC4-8168-87B619EE25EA}" destId="{49600C99-3DFC-4D9D-8B7B-FDF24278E208}" srcOrd="0" destOrd="0" presId="urn:microsoft.com/office/officeart/2008/layout/LinedList"/>
    <dgm:cxn modelId="{8D390AE5-82D0-49FA-B830-DEF8ED100172}" type="presOf" srcId="{08EB460E-6AF5-4A94-B80F-0297C306BE7D}" destId="{89C72649-F25C-47BE-B2B9-3F10B5BC35F9}" srcOrd="0" destOrd="0" presId="urn:microsoft.com/office/officeart/2008/layout/LinedList"/>
    <dgm:cxn modelId="{25B61DA6-B9CA-4DFC-B56B-F891FFF78CE5}" type="presParOf" srcId="{4DAAB6DB-36EC-418A-85A6-5EB5B8E07527}" destId="{06B884E2-D4C6-4E2A-96D9-6DFBE13FD823}" srcOrd="0" destOrd="0" presId="urn:microsoft.com/office/officeart/2008/layout/LinedList"/>
    <dgm:cxn modelId="{AC88994F-C4CC-45EC-86E0-4BE9C7B02A19}" type="presParOf" srcId="{4DAAB6DB-36EC-418A-85A6-5EB5B8E07527}" destId="{C0B3B24A-139C-44B2-85D8-1AD58BCAEBCD}" srcOrd="1" destOrd="0" presId="urn:microsoft.com/office/officeart/2008/layout/LinedList"/>
    <dgm:cxn modelId="{D97B2AB7-086A-41CC-9537-AE88CBDB977C}" type="presParOf" srcId="{C0B3B24A-139C-44B2-85D8-1AD58BCAEBCD}" destId="{B796637A-F51F-49B6-938B-3EAD5C4156DE}" srcOrd="0" destOrd="0" presId="urn:microsoft.com/office/officeart/2008/layout/LinedList"/>
    <dgm:cxn modelId="{231359A8-9B76-4763-A5C5-9CDD998CF223}" type="presParOf" srcId="{C0B3B24A-139C-44B2-85D8-1AD58BCAEBCD}" destId="{A6C937CD-9C27-420D-B1FD-BB8B6CB46523}" srcOrd="1" destOrd="0" presId="urn:microsoft.com/office/officeart/2008/layout/LinedList"/>
    <dgm:cxn modelId="{214DEE4F-219D-4063-BB1B-058390166D75}" type="presParOf" srcId="{4DAAB6DB-36EC-418A-85A6-5EB5B8E07527}" destId="{2361A987-B75A-4B8F-A50F-E88EA77A93BA}" srcOrd="2" destOrd="0" presId="urn:microsoft.com/office/officeart/2008/layout/LinedList"/>
    <dgm:cxn modelId="{867DC2F8-3537-458A-A0FD-DBC6FBE3A0A8}" type="presParOf" srcId="{4DAAB6DB-36EC-418A-85A6-5EB5B8E07527}" destId="{05A542DD-5058-43D4-A8AD-28268A3B9F8E}" srcOrd="3" destOrd="0" presId="urn:microsoft.com/office/officeart/2008/layout/LinedList"/>
    <dgm:cxn modelId="{467B2104-9CBF-47F7-A7A9-6ECEE734B1C3}" type="presParOf" srcId="{05A542DD-5058-43D4-A8AD-28268A3B9F8E}" destId="{5E00E127-014C-40E9-81E5-F952EDA397D2}" srcOrd="0" destOrd="0" presId="urn:microsoft.com/office/officeart/2008/layout/LinedList"/>
    <dgm:cxn modelId="{0D1E3590-CC79-45F1-9064-EDA72AF0A8CF}" type="presParOf" srcId="{05A542DD-5058-43D4-A8AD-28268A3B9F8E}" destId="{5A7B13BF-27AC-4F4A-8FCF-5C2337D6D026}" srcOrd="1" destOrd="0" presId="urn:microsoft.com/office/officeart/2008/layout/LinedList"/>
    <dgm:cxn modelId="{064D4C58-99FB-448B-A65F-D1722CF53E9F}" type="presParOf" srcId="{4DAAB6DB-36EC-418A-85A6-5EB5B8E07527}" destId="{A506AAC1-BA13-4562-BAAD-239CA9E4B440}" srcOrd="4" destOrd="0" presId="urn:microsoft.com/office/officeart/2008/layout/LinedList"/>
    <dgm:cxn modelId="{41E365FA-5DA4-46F1-9603-E1AFC03A45F6}" type="presParOf" srcId="{4DAAB6DB-36EC-418A-85A6-5EB5B8E07527}" destId="{44FCD090-EE40-4D74-B473-8D205298B89C}" srcOrd="5" destOrd="0" presId="urn:microsoft.com/office/officeart/2008/layout/LinedList"/>
    <dgm:cxn modelId="{8D733E18-C732-43A0-ACEE-FAB5B558676C}" type="presParOf" srcId="{44FCD090-EE40-4D74-B473-8D205298B89C}" destId="{1D9F13DC-160A-4B74-AF32-94788A175B19}" srcOrd="0" destOrd="0" presId="urn:microsoft.com/office/officeart/2008/layout/LinedList"/>
    <dgm:cxn modelId="{AED411BC-5B37-4435-A4E6-8EF809BC6981}" type="presParOf" srcId="{44FCD090-EE40-4D74-B473-8D205298B89C}" destId="{60EE0BF0-4B73-4352-877F-2698396CE13D}" srcOrd="1" destOrd="0" presId="urn:microsoft.com/office/officeart/2008/layout/LinedList"/>
    <dgm:cxn modelId="{275EF06E-BDAE-43E1-8879-9D7FA6C958D5}" type="presParOf" srcId="{4DAAB6DB-36EC-418A-85A6-5EB5B8E07527}" destId="{60D764B9-65C0-4856-92C2-0D2A84C28E8B}" srcOrd="6" destOrd="0" presId="urn:microsoft.com/office/officeart/2008/layout/LinedList"/>
    <dgm:cxn modelId="{95AEEDE2-F204-4BF9-8941-62D5276AAEFE}" type="presParOf" srcId="{4DAAB6DB-36EC-418A-85A6-5EB5B8E07527}" destId="{82BB5292-1FD5-4AAE-A307-9998B74B5D1F}" srcOrd="7" destOrd="0" presId="urn:microsoft.com/office/officeart/2008/layout/LinedList"/>
    <dgm:cxn modelId="{A25A4AAF-5CE3-4194-ADA9-720E4163F7C4}" type="presParOf" srcId="{82BB5292-1FD5-4AAE-A307-9998B74B5D1F}" destId="{E15203C8-FADF-45FA-8942-25BF464FCE62}" srcOrd="0" destOrd="0" presId="urn:microsoft.com/office/officeart/2008/layout/LinedList"/>
    <dgm:cxn modelId="{2ACC9977-685F-4B20-B174-507B7D3F49D2}" type="presParOf" srcId="{82BB5292-1FD5-4AAE-A307-9998B74B5D1F}" destId="{27C91F30-41CF-45A7-9E84-70D611F082A4}" srcOrd="1" destOrd="0" presId="urn:microsoft.com/office/officeart/2008/layout/LinedList"/>
    <dgm:cxn modelId="{D02057AC-ABBD-495B-812C-822E8FAC4928}" type="presParOf" srcId="{4DAAB6DB-36EC-418A-85A6-5EB5B8E07527}" destId="{D99A53E0-F861-4E3B-8E7D-76A7DDAB4E19}" srcOrd="8" destOrd="0" presId="urn:microsoft.com/office/officeart/2008/layout/LinedList"/>
    <dgm:cxn modelId="{CC9EF632-D5D2-48D2-80E2-F716B25A53E4}" type="presParOf" srcId="{4DAAB6DB-36EC-418A-85A6-5EB5B8E07527}" destId="{DB06337E-4C22-41CD-AD6F-C0B42FB45B0B}" srcOrd="9" destOrd="0" presId="urn:microsoft.com/office/officeart/2008/layout/LinedList"/>
    <dgm:cxn modelId="{FDD60CDC-FF49-4B7A-9601-8ECB2E670CF7}" type="presParOf" srcId="{DB06337E-4C22-41CD-AD6F-C0B42FB45B0B}" destId="{BCE0C885-D30B-461F-9BFF-C2EECD42471B}" srcOrd="0" destOrd="0" presId="urn:microsoft.com/office/officeart/2008/layout/LinedList"/>
    <dgm:cxn modelId="{9A769FB2-6A65-4EE5-A102-5F4E762A2441}" type="presParOf" srcId="{DB06337E-4C22-41CD-AD6F-C0B42FB45B0B}" destId="{762D6D44-6C0D-4B86-A9D0-34DC3015C647}" srcOrd="1" destOrd="0" presId="urn:microsoft.com/office/officeart/2008/layout/LinedList"/>
    <dgm:cxn modelId="{37F44226-67B9-45F3-A14F-A13785FFEB4F}" type="presParOf" srcId="{4DAAB6DB-36EC-418A-85A6-5EB5B8E07527}" destId="{150A2F51-42A6-4F40-9F2E-D2DDA0EA8BB0}" srcOrd="10" destOrd="0" presId="urn:microsoft.com/office/officeart/2008/layout/LinedList"/>
    <dgm:cxn modelId="{FA25B29C-7047-4630-99F6-EFEDC243935E}" type="presParOf" srcId="{4DAAB6DB-36EC-418A-85A6-5EB5B8E07527}" destId="{8B867E3A-9D21-4AD9-B2FA-FAB6D06B017B}" srcOrd="11" destOrd="0" presId="urn:microsoft.com/office/officeart/2008/layout/LinedList"/>
    <dgm:cxn modelId="{D34F64D9-280B-4717-99F2-8CE320E6B753}" type="presParOf" srcId="{8B867E3A-9D21-4AD9-B2FA-FAB6D06B017B}" destId="{89C72649-F25C-47BE-B2B9-3F10B5BC35F9}" srcOrd="0" destOrd="0" presId="urn:microsoft.com/office/officeart/2008/layout/LinedList"/>
    <dgm:cxn modelId="{20AC68AA-0FB7-4AF2-A05B-89F116EDF93A}" type="presParOf" srcId="{8B867E3A-9D21-4AD9-B2FA-FAB6D06B017B}" destId="{103D4ECB-43DD-4C28-B653-F2193330D790}" srcOrd="1" destOrd="0" presId="urn:microsoft.com/office/officeart/2008/layout/LinedList"/>
    <dgm:cxn modelId="{C6F80861-ACA4-4F8F-82E2-4B64EE455777}" type="presParOf" srcId="{4DAAB6DB-36EC-418A-85A6-5EB5B8E07527}" destId="{6EF878F7-5636-4445-A3C1-41BEE5CBAA27}" srcOrd="12" destOrd="0" presId="urn:microsoft.com/office/officeart/2008/layout/LinedList"/>
    <dgm:cxn modelId="{A983856C-9702-487B-8B1A-171799D9B3E6}" type="presParOf" srcId="{4DAAB6DB-36EC-418A-85A6-5EB5B8E07527}" destId="{44914D73-58D0-4253-A64D-6A1CD1309DFA}" srcOrd="13" destOrd="0" presId="urn:microsoft.com/office/officeart/2008/layout/LinedList"/>
    <dgm:cxn modelId="{1FFC3241-CD9B-428C-8245-00C8F35108B3}" type="presParOf" srcId="{44914D73-58D0-4253-A64D-6A1CD1309DFA}" destId="{49600C99-3DFC-4D9D-8B7B-FDF24278E208}" srcOrd="0" destOrd="0" presId="urn:microsoft.com/office/officeart/2008/layout/LinedList"/>
    <dgm:cxn modelId="{AAE2D2D9-34EE-43D5-A5AF-C1340C808A02}" type="presParOf" srcId="{44914D73-58D0-4253-A64D-6A1CD1309DFA}" destId="{46387C27-AC4F-4629-BC23-71596FF381C1}" srcOrd="1" destOrd="0" presId="urn:microsoft.com/office/officeart/2008/layout/LinedList"/>
    <dgm:cxn modelId="{ECCE0337-6561-4929-A73F-24593843B094}" type="presParOf" srcId="{4DAAB6DB-36EC-418A-85A6-5EB5B8E07527}" destId="{D5BB619B-18CF-42D4-8BE5-C2270DE2017A}" srcOrd="14" destOrd="0" presId="urn:microsoft.com/office/officeart/2008/layout/LinedList"/>
    <dgm:cxn modelId="{54E8C89A-60C3-47C4-B61A-E18390348395}" type="presParOf" srcId="{4DAAB6DB-36EC-418A-85A6-5EB5B8E07527}" destId="{54DB96BE-49FD-45BE-9405-E001BD219EFE}" srcOrd="15" destOrd="0" presId="urn:microsoft.com/office/officeart/2008/layout/LinedList"/>
    <dgm:cxn modelId="{125D7F30-FDA5-4FAC-8683-7413AA48DB4D}" type="presParOf" srcId="{54DB96BE-49FD-45BE-9405-E001BD219EFE}" destId="{21A66BF7-52EB-47E7-9920-261C444C7715}" srcOrd="0" destOrd="0" presId="urn:microsoft.com/office/officeart/2008/layout/LinedList"/>
    <dgm:cxn modelId="{8726FBA7-7425-4A3F-B238-C99D189AD5EF}" type="presParOf" srcId="{54DB96BE-49FD-45BE-9405-E001BD219EFE}" destId="{DFE0018C-4384-4837-8B0D-C465AD9097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2F2B3-B4DC-48E6-BE7B-79E91B335BA3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 noProof="0" dirty="0"/>
            <a:t>Rezultatų skaičiavimas</a:t>
          </a:r>
        </a:p>
      </dsp:txBody>
      <dsp:txXfrm>
        <a:off x="0" y="591343"/>
        <a:ext cx="2571749" cy="1543050"/>
      </dsp:txXfrm>
    </dsp:sp>
    <dsp:sp modelId="{99317011-6F65-46AB-B890-C8A5284B419C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 noProof="0" dirty="0"/>
            <a:t>1. Nustatykite asociatyvinės grandinės ilgį – kiek žodžių užrašėte per minutę.</a:t>
          </a:r>
        </a:p>
      </dsp:txBody>
      <dsp:txXfrm>
        <a:off x="2828925" y="591343"/>
        <a:ext cx="2571749" cy="1543050"/>
      </dsp:txXfrm>
    </dsp:sp>
    <dsp:sp modelId="{7E945C2E-ED56-40DF-9391-253CDED62C5F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</a:t>
          </a:r>
          <a:r>
            <a:rPr lang="lt-LT" sz="1900" kern="1200" noProof="0" dirty="0"/>
            <a:t>. Suraskite semantinius lizdus ir suskaičiuokite, kiek jų yra.</a:t>
          </a:r>
          <a:endParaRPr lang="en-US" sz="1900" kern="1200" dirty="0"/>
        </a:p>
      </dsp:txBody>
      <dsp:txXfrm>
        <a:off x="5657849" y="591343"/>
        <a:ext cx="2571749" cy="1543050"/>
      </dsp:txXfrm>
    </dsp:sp>
    <dsp:sp modelId="{54EF918F-4EA8-494B-BEB5-BABE54AC6DA5}">
      <dsp:nvSpPr>
        <dsp:cNvPr id="0" name=""/>
        <dsp:cNvSpPr/>
      </dsp:nvSpPr>
      <dsp:spPr>
        <a:xfrm>
          <a:off x="0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</a:t>
          </a:r>
          <a:r>
            <a:rPr lang="lt-LT" sz="1900" kern="1200" noProof="0" dirty="0"/>
            <a:t>. Nustatykite vidutinį semantinių lizdų dydį (žodžių skaičių padalinkite iš lizdų skaičiaus).</a:t>
          </a:r>
          <a:endParaRPr lang="en-US" sz="1900" kern="1200" dirty="0"/>
        </a:p>
      </dsp:txBody>
      <dsp:txXfrm>
        <a:off x="0" y="2391569"/>
        <a:ext cx="2571749" cy="1543050"/>
      </dsp:txXfrm>
    </dsp:sp>
    <dsp:sp modelId="{DB2E9426-CBBD-453A-803A-DC4F612DC585}">
      <dsp:nvSpPr>
        <dsp:cNvPr id="0" name=""/>
        <dsp:cNvSpPr/>
      </dsp:nvSpPr>
      <dsp:spPr>
        <a:xfrm>
          <a:off x="2828925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</a:t>
          </a:r>
          <a:r>
            <a:rPr lang="lt-LT" sz="1900" kern="1200" noProof="0" dirty="0"/>
            <a:t>. Pavadinkite pačius didžiausius semantinius lizdus.</a:t>
          </a:r>
          <a:endParaRPr lang="en-US" sz="1900" kern="1200" dirty="0"/>
        </a:p>
      </dsp:txBody>
      <dsp:txXfrm>
        <a:off x="2828925" y="2391569"/>
        <a:ext cx="2571749" cy="1543050"/>
      </dsp:txXfrm>
    </dsp:sp>
    <dsp:sp modelId="{313FAC37-1A9D-4880-BD44-F4AC8BD7225C}">
      <dsp:nvSpPr>
        <dsp:cNvPr id="0" name=""/>
        <dsp:cNvSpPr/>
      </dsp:nvSpPr>
      <dsp:spPr>
        <a:xfrm>
          <a:off x="5657849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5. </a:t>
          </a:r>
          <a:r>
            <a:rPr lang="lt-LT" sz="1900" kern="1200" noProof="0" dirty="0"/>
            <a:t>Nustatykite vidutinį grandinės ilgį, lizdų skaičių ir jų vidutinį dydį.</a:t>
          </a:r>
          <a:endParaRPr lang="en-US" sz="1900" kern="1200" dirty="0"/>
        </a:p>
      </dsp:txBody>
      <dsp:txXfrm>
        <a:off x="5657849" y="2391569"/>
        <a:ext cx="2571749" cy="1543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8F4A81-B172-4542-A4F7-7651381C2AEF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3B73D-5F73-4FFB-AFA6-19F789B428EE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Analizė</a:t>
          </a:r>
          <a:endParaRPr lang="en-US" sz="2500" kern="1200" dirty="0"/>
        </a:p>
      </dsp:txBody>
      <dsp:txXfrm>
        <a:off x="0" y="0"/>
        <a:ext cx="8229600" cy="1131490"/>
      </dsp:txXfrm>
    </dsp:sp>
    <dsp:sp modelId="{CEECEBB5-BEE3-4AE9-9CFA-B70158ED05F1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B2A71-F3F3-4892-8BFD-59626D24E4FC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Eksperimentai rodo, kad sveikas, aktyvus žmogus per minutę pateikia vidutiniškai 19–21 žodžio asociatyvinę grandinę.</a:t>
          </a:r>
        </a:p>
      </dsp:txBody>
      <dsp:txXfrm>
        <a:off x="0" y="1131490"/>
        <a:ext cx="8229600" cy="1131490"/>
      </dsp:txXfrm>
    </dsp:sp>
    <dsp:sp modelId="{AF756066-3C15-45DB-BB3F-E9F929DF1CA7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B363F-DF17-4AAE-8AFA-73F13BEF16A8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Žemas rodiklis (apie 10 žodžių) – galimas kalbinių ar mąstymo procesų slopinimas.</a:t>
          </a:r>
        </a:p>
      </dsp:txBody>
      <dsp:txXfrm>
        <a:off x="0" y="2262981"/>
        <a:ext cx="8229600" cy="1131490"/>
      </dsp:txXfrm>
    </dsp:sp>
    <dsp:sp modelId="{8F76B5D6-8360-4B78-9277-ADC2E21D1CAE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B3C17-504E-40F3-9281-B48AB9852593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Aukštas rodiklis (35–40 žodžių) – ypatingas kalbinių procesų lankstumas arba emocinis susijaudinimas.</a:t>
          </a:r>
        </a:p>
      </dsp:txBody>
      <dsp:txXfrm>
        <a:off x="0" y="3394472"/>
        <a:ext cx="8229600" cy="1131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58DA2A-585F-4D71-BE4E-57D0E83DAAAE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E0247-7273-4AAF-BEED-85B987F678D2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3100" kern="1200" noProof="0" dirty="0"/>
            <a:t>Vertinant semantinius lizdus</a:t>
          </a:r>
          <a:r>
            <a:rPr lang="en-US" sz="3100" kern="1200" dirty="0"/>
            <a:t>:</a:t>
          </a:r>
        </a:p>
      </dsp:txBody>
      <dsp:txXfrm>
        <a:off x="0" y="0"/>
        <a:ext cx="8229600" cy="1131490"/>
      </dsp:txXfrm>
    </dsp:sp>
    <dsp:sp modelId="{276E7B30-3A49-4EF9-A89F-A45C7E492D1E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C8A90-5FF1-4110-B36D-EFFB836DEAC0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</a:t>
          </a:r>
          <a:r>
            <a:rPr lang="lt-LT" sz="3100" kern="1200" noProof="0" dirty="0"/>
            <a:t>Norma – 3–4 semantiniai lizdai per minutę, po 5–6 žodžius kiekviename.</a:t>
          </a:r>
          <a:endParaRPr lang="en-US" sz="3100" kern="1200" dirty="0"/>
        </a:p>
      </dsp:txBody>
      <dsp:txXfrm>
        <a:off x="0" y="1131490"/>
        <a:ext cx="8229600" cy="1131490"/>
      </dsp:txXfrm>
    </dsp:sp>
    <dsp:sp modelId="{1CECE5DC-1B1B-4E21-A533-6A1D9DF8BF4F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D7759-AEE1-4870-9CB9-BAB9BC715625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Lizdų skaičiaus didėjimas arba mažėjimas atspindi kalbinio mąstymo veiklos ypatybes.</a:t>
          </a:r>
        </a:p>
      </dsp:txBody>
      <dsp:txXfrm>
        <a:off x="0" y="2262981"/>
        <a:ext cx="8229600" cy="1131490"/>
      </dsp:txXfrm>
    </dsp:sp>
    <dsp:sp modelId="{5B36E86A-779A-43E4-9BE6-CCAA9EB533A4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AFEF6-1BD8-4F1C-AC9E-E9E9712611D9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 Tai </a:t>
          </a:r>
          <a:r>
            <a:rPr lang="en-US" sz="3100" kern="1200" dirty="0" err="1"/>
            <a:t>susiję</a:t>
          </a:r>
          <a:r>
            <a:rPr lang="en-US" sz="3100" kern="1200" dirty="0"/>
            <a:t> </a:t>
          </a:r>
          <a:r>
            <a:rPr lang="en-US" sz="3100" kern="1200" dirty="0" err="1"/>
            <a:t>su</a:t>
          </a:r>
          <a:r>
            <a:rPr lang="en-US" sz="3100" kern="1200" dirty="0"/>
            <a:t> </a:t>
          </a:r>
          <a:r>
            <a:rPr lang="en-US" sz="3100" kern="1200" dirty="0" err="1"/>
            <a:t>sąmonės</a:t>
          </a:r>
          <a:r>
            <a:rPr lang="en-US" sz="3100" kern="1200" dirty="0"/>
            <a:t> </a:t>
          </a:r>
          <a:r>
            <a:rPr lang="en-US" sz="3100" kern="1200" dirty="0" err="1"/>
            <a:t>ir</a:t>
          </a:r>
          <a:r>
            <a:rPr lang="en-US" sz="3100" kern="1200" dirty="0"/>
            <a:t> </a:t>
          </a:r>
          <a:r>
            <a:rPr lang="en-US" sz="3100" kern="1200" dirty="0" err="1"/>
            <a:t>pasąmonės</a:t>
          </a:r>
          <a:r>
            <a:rPr lang="en-US" sz="3100" kern="1200" dirty="0"/>
            <a:t> </a:t>
          </a:r>
          <a:r>
            <a:rPr lang="en-US" sz="3100" kern="1200" dirty="0" err="1"/>
            <a:t>procesų</a:t>
          </a:r>
          <a:r>
            <a:rPr lang="en-US" sz="3100" kern="1200" dirty="0"/>
            <a:t> </a:t>
          </a:r>
          <a:r>
            <a:rPr lang="en-US" sz="3100" kern="1200" dirty="0" err="1"/>
            <a:t>aktyvumu</a:t>
          </a:r>
          <a:r>
            <a:rPr lang="en-US" sz="3100" kern="1200" dirty="0"/>
            <a:t> </a:t>
          </a:r>
          <a:r>
            <a:rPr lang="en-US" sz="3100" kern="1200" dirty="0" err="1"/>
            <a:t>arba</a:t>
          </a:r>
          <a:r>
            <a:rPr lang="en-US" sz="3100" kern="1200" dirty="0"/>
            <a:t> </a:t>
          </a:r>
          <a:r>
            <a:rPr lang="en-US" sz="3100" kern="1200" dirty="0" err="1"/>
            <a:t>slopinimu</a:t>
          </a:r>
          <a:r>
            <a:rPr lang="en-US" sz="3100" kern="1200" dirty="0"/>
            <a:t>.</a:t>
          </a:r>
        </a:p>
      </dsp:txBody>
      <dsp:txXfrm>
        <a:off x="0" y="3394472"/>
        <a:ext cx="8229600" cy="1131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884E2-D4C6-4E2A-96D9-6DFBE13FD823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6637A-F51F-49B6-938B-3EAD5C4156DE}">
      <dsp:nvSpPr>
        <dsp:cNvPr id="0" name=""/>
        <dsp:cNvSpPr/>
      </dsp:nvSpPr>
      <dsp:spPr>
        <a:xfrm>
          <a:off x="0" y="0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Pradinis žodis: lietus</a:t>
          </a:r>
        </a:p>
      </dsp:txBody>
      <dsp:txXfrm>
        <a:off x="0" y="0"/>
        <a:ext cx="8229600" cy="565745"/>
      </dsp:txXfrm>
    </dsp:sp>
    <dsp:sp modelId="{2361A987-B75A-4B8F-A50F-E88EA77A93BA}">
      <dsp:nvSpPr>
        <dsp:cNvPr id="0" name=""/>
        <dsp:cNvSpPr/>
      </dsp:nvSpPr>
      <dsp:spPr>
        <a:xfrm>
          <a:off x="0" y="56574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0E127-014C-40E9-81E5-F952EDA397D2}">
      <dsp:nvSpPr>
        <dsp:cNvPr id="0" name=""/>
        <dsp:cNvSpPr/>
      </dsp:nvSpPr>
      <dsp:spPr>
        <a:xfrm>
          <a:off x="0" y="565745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Grandinė (1 min):</a:t>
          </a:r>
        </a:p>
      </dsp:txBody>
      <dsp:txXfrm>
        <a:off x="0" y="565745"/>
        <a:ext cx="8229600" cy="565745"/>
      </dsp:txXfrm>
    </dsp:sp>
    <dsp:sp modelId="{A506AAC1-BA13-4562-BAAD-239CA9E4B440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F13DC-160A-4B74-AF32-94788A175B19}">
      <dsp:nvSpPr>
        <dsp:cNvPr id="0" name=""/>
        <dsp:cNvSpPr/>
      </dsp:nvSpPr>
      <dsp:spPr>
        <a:xfrm>
          <a:off x="0" y="1131490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lietus → lašai → stiklas → melancholija → prisiminimai → senas miestas → skėtis → kava → šiluma → knyga → ramybė</a:t>
          </a:r>
        </a:p>
      </dsp:txBody>
      <dsp:txXfrm>
        <a:off x="0" y="1131490"/>
        <a:ext cx="8229600" cy="565745"/>
      </dsp:txXfrm>
    </dsp:sp>
    <dsp:sp modelId="{60D764B9-65C0-4856-92C2-0D2A84C28E8B}">
      <dsp:nvSpPr>
        <dsp:cNvPr id="0" name=""/>
        <dsp:cNvSpPr/>
      </dsp:nvSpPr>
      <dsp:spPr>
        <a:xfrm>
          <a:off x="0" y="169723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203C8-FADF-45FA-8942-25BF464FCE62}">
      <dsp:nvSpPr>
        <dsp:cNvPr id="0" name=""/>
        <dsp:cNvSpPr/>
      </dsp:nvSpPr>
      <dsp:spPr>
        <a:xfrm>
          <a:off x="0" y="1697236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Grandinės ilgis: 11 žodžių</a:t>
          </a:r>
        </a:p>
      </dsp:txBody>
      <dsp:txXfrm>
        <a:off x="0" y="1697236"/>
        <a:ext cx="8229600" cy="565745"/>
      </dsp:txXfrm>
    </dsp:sp>
    <dsp:sp modelId="{D99A53E0-F861-4E3B-8E7D-76A7DDAB4E19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0C885-D30B-461F-9BFF-C2EECD42471B}">
      <dsp:nvSpPr>
        <dsp:cNvPr id="0" name=""/>
        <dsp:cNvSpPr/>
      </dsp:nvSpPr>
      <dsp:spPr>
        <a:xfrm>
          <a:off x="0" y="2262981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Semantiniai lizdai:</a:t>
          </a:r>
        </a:p>
      </dsp:txBody>
      <dsp:txXfrm>
        <a:off x="0" y="2262981"/>
        <a:ext cx="8229600" cy="565745"/>
      </dsp:txXfrm>
    </dsp:sp>
    <dsp:sp modelId="{150A2F51-42A6-4F40-9F2E-D2DDA0EA8BB0}">
      <dsp:nvSpPr>
        <dsp:cNvPr id="0" name=""/>
        <dsp:cNvSpPr/>
      </dsp:nvSpPr>
      <dsp:spPr>
        <a:xfrm>
          <a:off x="0" y="282872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72649-F25C-47BE-B2B9-3F10B5BC35F9}">
      <dsp:nvSpPr>
        <dsp:cNvPr id="0" name=""/>
        <dsp:cNvSpPr/>
      </dsp:nvSpPr>
      <dsp:spPr>
        <a:xfrm>
          <a:off x="0" y="2828726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– Gamta (lietus, lašai, stiklas)</a:t>
          </a:r>
        </a:p>
      </dsp:txBody>
      <dsp:txXfrm>
        <a:off x="0" y="2828726"/>
        <a:ext cx="8229600" cy="565745"/>
      </dsp:txXfrm>
    </dsp:sp>
    <dsp:sp modelId="{6EF878F7-5636-4445-A3C1-41BEE5CBAA27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00C99-3DFC-4D9D-8B7B-FDF24278E208}">
      <dsp:nvSpPr>
        <dsp:cNvPr id="0" name=""/>
        <dsp:cNvSpPr/>
      </dsp:nvSpPr>
      <dsp:spPr>
        <a:xfrm>
          <a:off x="0" y="3394472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– Emocijos (melancholija, prisiminimai, ramybė)</a:t>
          </a:r>
        </a:p>
      </dsp:txBody>
      <dsp:txXfrm>
        <a:off x="0" y="3394472"/>
        <a:ext cx="8229600" cy="565745"/>
      </dsp:txXfrm>
    </dsp:sp>
    <dsp:sp modelId="{D5BB619B-18CF-42D4-8BE5-C2270DE2017A}">
      <dsp:nvSpPr>
        <dsp:cNvPr id="0" name=""/>
        <dsp:cNvSpPr/>
      </dsp:nvSpPr>
      <dsp:spPr>
        <a:xfrm>
          <a:off x="0" y="396021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66BF7-52EB-47E7-9920-261C444C7715}">
      <dsp:nvSpPr>
        <dsp:cNvPr id="0" name=""/>
        <dsp:cNvSpPr/>
      </dsp:nvSpPr>
      <dsp:spPr>
        <a:xfrm>
          <a:off x="0" y="3960217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– Buitis (miestas, skėtis, kava, knyga, šiluma)</a:t>
          </a:r>
        </a:p>
      </dsp:txBody>
      <dsp:txXfrm>
        <a:off x="0" y="3960217"/>
        <a:ext cx="8229600" cy="5657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Užduotis „Žodžiai</a:t>
            </a: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“ 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43261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lt-LT" sz="2400" noProof="0" dirty="0"/>
              <a:t>Užduotis „Žodžiai“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lt-LT" sz="2400" noProof="0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lt-LT" sz="2400" noProof="0" dirty="0"/>
              <a:t>Instrukcija.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lt-LT" sz="2400" noProof="0" dirty="0"/>
              <a:t>Užsimerkite ir vieną minutę rašykite bet kokius žodžius, kurie ateina jums į galvą. Nerašykite daiktų, kuriuos matote prieš save ir nemėginkite atsiminti anksčiau išmoktas žodžių eiles. Tiesiog rašykite tai, kas kyla jūsų galvoje.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5758" y="6095322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Užduotis „Žodžiai“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0BD6B46-67B3-C61B-F216-858B15194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93601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lt-LT" dirty="0"/>
          </a:p>
          <a:p>
            <a:pPr>
              <a:defRPr sz="1000">
                <a:solidFill>
                  <a:srgbClr val="646464"/>
                </a:solidFill>
              </a:defRPr>
            </a:pPr>
            <a:r>
              <a:rPr lang="lt-LT" dirty="0"/>
              <a:t>Parengta demonstracijai – </a:t>
            </a:r>
            <a:r>
              <a:rPr lang="lt-LT" dirty="0" err="1"/>
              <a:t>Canva</a:t>
            </a:r>
            <a:r>
              <a:rPr lang="lt-LT" dirty="0"/>
              <a:t> / PowerPoint versija | VDU Švietimo akademija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noProof="0" dirty="0"/>
              <a:t>Užduotis „Žodžiai“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D45C144-4B97-D89C-CC90-031DB5239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32580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Parengta demonstracijai – Canva / PowerPoint versija | VDU Švietimo akademija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noProof="0" dirty="0"/>
              <a:t>Užduotis „Žodžiai“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207FAC9-5787-335D-7F93-D0F99C6A6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00913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Parengta demonstracijai – Canva / PowerPoint versija | VDU Švietimo akademija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4100" kern="1200">
                <a:latin typeface="+mj-lt"/>
                <a:ea typeface="+mj-ea"/>
                <a:cs typeface="+mj-cs"/>
              </a:rPr>
              <a:t>Asociatyvinės grandinės pavyzdys 1 – kasdienis mąstymas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89914" y="557189"/>
            <a:ext cx="4625434" cy="5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0" defTabSz="914400">
              <a:buNone/>
            </a:pPr>
            <a:r>
              <a:rPr lang="lt-LT" sz="1700" noProof="0" dirty="0"/>
              <a:t>Pradinis žodis: rytas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lt-LT" sz="1700" noProof="0" dirty="0"/>
          </a:p>
          <a:p>
            <a:pPr marL="114300" indent="0" defTabSz="914400">
              <a:buNone/>
            </a:pPr>
            <a:r>
              <a:rPr lang="lt-LT" sz="1700" noProof="0" dirty="0"/>
              <a:t>Grandinė (1 min):</a:t>
            </a:r>
          </a:p>
          <a:p>
            <a:pPr marL="114300" indent="0" defTabSz="914400">
              <a:buNone/>
            </a:pPr>
            <a:r>
              <a:rPr lang="lt-LT" sz="1700" noProof="0" dirty="0"/>
              <a:t>rytas → kava → puodelis → virtuvė → langas → šviesa → saulė → darbas → kompiuteris → laiškai → studentai → paskaita → žodžiai → balsas → tyla → muzika → poilsis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lt-LT" sz="1700" noProof="0" dirty="0"/>
          </a:p>
          <a:p>
            <a:pPr marL="114300" indent="0" defTabSz="914400">
              <a:buNone/>
            </a:pPr>
            <a:r>
              <a:rPr lang="lt-LT" sz="1700" noProof="0" dirty="0"/>
              <a:t>• Grandinės ilgis: 16 žodžių</a:t>
            </a:r>
          </a:p>
          <a:p>
            <a:pPr marL="114300" indent="0" defTabSz="914400">
              <a:buNone/>
            </a:pPr>
            <a:r>
              <a:rPr lang="lt-LT" sz="1700" noProof="0" dirty="0"/>
              <a:t>• Semantiniai lizdai:</a:t>
            </a:r>
          </a:p>
          <a:p>
            <a:pPr marL="114300" indent="0" defTabSz="914400">
              <a:buNone/>
            </a:pPr>
            <a:r>
              <a:rPr lang="lt-LT" sz="1700" noProof="0" dirty="0"/>
              <a:t>  – Buitis (rytas, kava, puodelis, virtuvė)</a:t>
            </a:r>
          </a:p>
          <a:p>
            <a:pPr marL="114300" indent="0" defTabSz="914400">
              <a:buNone/>
            </a:pPr>
            <a:r>
              <a:rPr lang="lt-LT" sz="1700" noProof="0" dirty="0"/>
              <a:t>  – Darbas (kompiuteris, laiškai, studentai, paskaita)</a:t>
            </a:r>
          </a:p>
          <a:p>
            <a:pPr marL="114300" indent="0" defTabSz="914400">
              <a:buNone/>
            </a:pPr>
            <a:r>
              <a:rPr lang="lt-LT" sz="1700" noProof="0" dirty="0"/>
              <a:t> – Garsai (žodžiai, balsas, tyla, muzika)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lt-LT" noProof="0" dirty="0"/>
              <a:t>Asociatyvinės grandinės pavyzdys 2 – emocinis mąstymas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C415A6A-19A9-8BC3-E32C-107FF9F13A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Parengta demonstracijai – Canva / PowerPoint versija | VDU Švietimo akademija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433</Words>
  <Application>Microsoft Office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Užduotis „Žodžiai“ </vt:lpstr>
      <vt:lpstr>Užduotis „Žodžiai“ </vt:lpstr>
      <vt:lpstr>Užduotis „Žodžiai“</vt:lpstr>
      <vt:lpstr>Užduotis „Žodžiai“ </vt:lpstr>
      <vt:lpstr>Asociatyvinės grandinės pavyzdys 1 – kasdienis mąstymas</vt:lpstr>
      <vt:lpstr>Asociatyvinės grandinės pavyzdys 2 – emocinis mąstymas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Vilma Leonavičienė</dc:creator>
  <cp:keywords/>
  <dc:description>generated using python-pptx</dc:description>
  <cp:lastModifiedBy>Vilma Leonavičienė</cp:lastModifiedBy>
  <cp:revision>2</cp:revision>
  <dcterms:created xsi:type="dcterms:W3CDTF">2013-01-27T09:14:16Z</dcterms:created>
  <dcterms:modified xsi:type="dcterms:W3CDTF">2025-10-24T12:43:26Z</dcterms:modified>
  <cp:category/>
</cp:coreProperties>
</file>